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5" r:id="rId1"/>
  </p:sld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8"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5T16:04:13.531"/>
    </inkml:context>
    <inkml:brush xml:id="br0">
      <inkml:brushProperty name="width" value="0.05" units="cm"/>
      <inkml:brushProperty name="height" value="0.05" units="cm"/>
      <inkml:brushProperty name="color" value="#FFFFFF"/>
    </inkml:brush>
  </inkml:definitions>
  <inkml:trace contextRef="#ctx0" brushRef="#br0">197 197 24575,'530'0'0,"-495"2"0,-1 1 0,0 2 0,35 10 0,-35-7 0,1-1 0,58 3 0,-69-10 0,-20 0 0,-15 0 0,-60 1 0,34 1 0,-67-7 0,93 2 0,0 1 0,-1-2 0,1 0 0,-10-5 0,9 4 0,0 0 0,0 1 0,-14-3 0,-7 2 0,-60 0 0,60 4 0,-63-8 0,89 7 0,-1 1 0,0 0 0,0 0 0,0 1 0,0 0 0,0 1 0,-13 1 0,17-1 0,0 0 0,1 1 0,0-1 0,-1 1 0,1-1 0,0 1 0,0 0 0,0 0 0,0 0 0,0 1 0,0-1 0,0 1 0,1-1 0,0 1 0,-1 0 0,1 0 0,0 0 0,-3 5 0,-1 0 0,18-21 0,-6 9 0,1 0 0,0 1 0,0 0 0,0 0 0,0 1 0,1 0 0,-1 0 0,0 1 0,15-1 0,75 1 0,-61 2 0,-15-1 0,-1 1 0,1 0 0,-1 1 0,1 2 0,-1 0 0,0 1 0,37 15 0,-55-20 0,-1 1 0,0-1 0,0 0 0,0 1 0,0-1 0,0 1 0,0 0 0,0-1 0,0 1 0,0 0 0,0 0 0,-1-1 0,1 1 0,0 0 0,0 0 0,-1 0 0,1 0 0,0 0 0,-1 0 0,1 0 0,0 2 0,-2-2 0,1 0 0,0-1 0,-1 1 0,1 0 0,-1 0 0,1-1 0,-1 1 0,1-1 0,-1 1 0,1 0 0,-1-1 0,0 1 0,1-1 0,-1 1 0,0-1 0,0 0 0,1 1 0,-1-1 0,0 0 0,0 1 0,1-1 0,-2 0 0,-8 3 0,0-1 0,0 0 0,-17 0 0,-345 0 0,185-4 0,215 1 0,-11 0 0,0 1 0,1 1 0,-1 0 0,0 1 0,0 1 0,0 0 0,21 8 0,-18-4 0,2-1 0,-1-1 0,1 0 0,0-2 0,42 1 0,-41-2 0,152 20 0,-332-22 0,-88-1 0,244 0 0,-25-2 0,24 3 0,1 0 0,0 0 0,0 0 0,0 0 0,0 0 0,0-1 0,0 1 0,0-1 0,0 1 0,0 0 0,0-1 0,0 0 0,0 1 0,1-1 0,-1 0 0,0 1 0,0-1 0,0 0 0,0-1 0,33 7 0,7-1 0,-26-3 0,1 0 0,-1 1 0,14 3 0,-27-5 0,1 0 0,-1 0 0,0 0 0,1 0 0,-1 0 0,1 0 0,-1 0 0,1 0 0,-1 1 0,0-1 0,1 0 0,-1 0 0,1 0 0,-1 0 0,0 0 0,1 1 0,-1-1 0,1 0 0,-1 0 0,0 1 0,1-1 0,-1 0 0,0 1 0,0-1 0,1 0 0,-1 1 0,0-1 0,0 0 0,1 1 0,-1-1 0,0 1 0,0-1 0,0 0 0,0 1 0,0-1 0,1 1 0,-17 6 0,-29-1 0,19-5 0,-41 2 0,61-3 0,0-1 0,0 1 0,-1-1 0,1 0 0,0-1 0,0 1 0,-10-6 0,15 7 0,0 0 0,1 0 0,-1 0 0,0-1 0,1 1 0,-1 0 0,0-1 0,1 1 0,-1 0 0,1-1 0,-1 1 0,1-1 0,-1 1 0,1-1 0,-1 1 0,1-1 0,-1 0 0,1 1 0,-1-1 0,1 1 0,0-1 0,-1 0 0,1 1 0,0-1 0,0 0 0,0 1 0,0-1 0,-1 0 0,1-1 0,1 1 0,0 0 0,-1 0 0,1 0 0,0 1 0,0-1 0,-1 0 0,1 0 0,0 0 0,0 1 0,0-1 0,0 1 0,0-1 0,0 0 0,0 1 0,0 0 0,1-1 0,48-11 0,159 10 0,-153 3 0,-98-1 0,0-2 0,-60-11 0,53 7 0,32 4 0,1 0 0,-30-8 0,46 10 0,0 0 0,0 0 0,-1 1 0,1-1 0,0 0 0,0 0 0,-1 0 0,1 0 0,0 0 0,0 0 0,-1 0 0,1 0 0,0-1 0,0 1 0,-1 0 0,1 0 0,0 0 0,0 0 0,-1 0 0,1 0 0,0 0 0,0 0 0,-1-1 0,1 1 0,0 0 0,0 0 0,0 0 0,0-1 0,-1 1 0,1 0 0,0 0 0,0 0 0,0-1 0,0 1 0,0 0 0,0 0 0,-1-1 0,1 1 0,0 0 0,0 0 0,0-1 0,0 1 0,0 0 0,0 0 0,0-1 0,0 1 0,0-1 0,16-3 0,27 1 0,-31 3 0,1 0 0,0 1 0,0 0 0,0 1 0,-1 1 0,1 0 0,-1 1 0,0 0 0,17 8 0,4 4 0,1-2 0,1-2 0,59 14 0,-132-28 0,-42 3 0,10 1 0,-193-2 0,301 1 0,48 10 0,34 1 0,-106-10 0,-1 0 0,1 0 0,-1 1 0,1 1 0,16 7 0,-15-5 0,0-1 0,1-1 0,26 4 0,94-6 0,-176-5 0,-41-7 0,-41-2 0,97 12 0,0-2 0,0 0 0,1-1 0,-1-1 0,-34-11 0,58 15 0,0-1 0,0 1 0,0 0 0,0-1 0,0 1 0,0 0 0,0-1 0,0 0 0,0 1 0,0-1 0,0 1 0,0-1 0,1 0 0,-1 0 0,0 1 0,0-1 0,1 0 0,-1 0 0,1 0 0,-1 0 0,1 0 0,-1 0 0,1 0 0,-1 0 0,1 0 0,0 0 0,0 0 0,-1 0 0,1 0 0,0 0 0,0 0 0,0 0 0,0 0 0,0 0 0,0 0 0,1 0 0,-1 0 0,0-2 0,1 1 0,1 0 0,-1 0 0,0 0 0,0 0 0,1 0 0,-1 1 0,1-1 0,-1 0 0,1 1 0,0-1 0,0 1 0,0 0 0,-1-1 0,2 1 0,-1 0 0,3-1 0,11-3 0,0 2 0,0 0 0,0 1 0,0 0 0,1 1 0,16 2 0,-10-1 0,-1 0 0,36-6 0,8-3 0,-1 4 0,103 4 0,-109 2 0,-220-14 0,-6 1 0,-95 13 0,1262-1 0,-987 3 0,-14 6 0,0-7 0,-1 0 0,1-1 0,-1 1 0,0 0 0,0-1 0,0 1 0,1-1 0,-2 0 0,-1 2 0,-9 2 0,0-1 0,-1 0 0,1 0 0,-1-2 0,0 0 0,-19 1 0,-90-5 0,55-1 0,-100 5 0,-121-5 0,279 3 0,0-1 0,0-1 0,0 1 0,0-2 0,0 1 0,-13-7 0,56 3 0,535 5 0,-276 3 0,-161-2 0,-266-2 0,-151 4 0,202 10 0,55-7 0,-42 3 0,34-8 0,33 0 0,25-1 0,1068 1 0,-2143 0 0,1695 0 0,-603 2 0,51 8 0,29 3 0,-18-14 0,43 2 0,-116 3 0,-26-4 0,0 0 0,0 0 0,0 0 0,0 0 0,0 0 0,0 0 0,0 0 0,-1 1 0,1-1 0,0 0 0,0 1 0,0-1 0,0 1 0,-1-1 0,1 0 0,0 1 0,0 0 0,-1-1 0,1 1 0,0 0 0,-1-1 0,1 1 0,-1 0 0,1 1 0,-1-2 0,-1 1 0,0 0 0,1-1 0,-1 1 0,0-1 0,0 1 0,0-1 0,0 1 0,0-1 0,1 1 0,-1-1 0,0 0 0,0 1 0,0-1 0,0 0 0,0 0 0,0 0 0,0 0 0,-1 0 0,-26 2 0,23-2 0,-414 3 0,216-5 0,-178 2 0,412 0 0,-9 1 0,1-1 0,0-1 0,0-1 0,-1-1 0,1-1 0,23-7 0,-18 2 0,0 2 0,0 1 0,0 1 0,44-2 0,119 8 0,-76 2 0,-71-1 0,50 9 0,-50-5 0,47 0 0,-82-6 0,-5 0 0,0-1 0,-1 1 0,1 0 0,0 0 0,-1 1 0,1-1 0,-1 1 0,1-1 0,0 1 0,-1 0 0,1 1 0,-1-1 0,4 3 0,-7-4 0,0 1 0,0-1 0,0 1 0,-1-1 0,1 1 0,0-1 0,0 1 0,-1-1 0,1 1 0,0-1 0,-1 0 0,1 1 0,-1-1 0,1 0 0,0 1 0,-1-1 0,1 0 0,-1 0 0,1 1 0,-1-1 0,1 0 0,-1 0 0,1 0 0,-1 0 0,1 1 0,-1-1 0,1 0 0,-1 0 0,1 0 0,-1 0 0,0 0 0,1 0 0,-1-1 0,-23 5 0,-297 1 0,176-7 0,-435 2 0,567-1 0,0-1 0,1 0 0,-1-1 0,0 0 0,1-1 0,-14-6 0,11 4 0,0 1 0,0 0 0,-22-3 0,34 8 0,-1-1 0,1 0 0,0 1 0,-1-1 0,1 0 0,0-1 0,-4-1 0,7 3 0,-1 0 0,1 0 0,0 0 0,0-1 0,0 1 0,0 0 0,0 0 0,-1 0 0,1 0 0,0 0 0,0 0 0,0 0 0,0 0 0,0-1 0,0 1 0,0 0 0,-1 0 0,1 0 0,0 0 0,0 0 0,0-1 0,0 1 0,0 0 0,0 0 0,0 0 0,0 0 0,0-1 0,0 1 0,0 0 0,0 0 0,0 0 0,0 0 0,0-1 0,0 1 0,0 0 0,0 0 0,0 0 0,0 0 0,0-1 0,0 1 0,1 0 0,-1 0 0,0 0 0,0 0 0,0-1 0,18-4 0,37-1 0,1 3 0,71 5 0,-29 1 0,-95-3 0,72 0 0,120 14 0,-151-9 0,74-2 0,-88-5 0,0 2 0,0 2 0,0 0 0,0 2 0,41 11 0,-71-15 0,0 0 0,0 0 0,0 0 0,1 0 0,-1 0 0,0 0 0,0 1 0,0-1 0,0 0 0,1 0 0,-1 0 0,0 0 0,0 0 0,0 1 0,0-1 0,0 0 0,0 0 0,0 0 0,1 1 0,-1-1 0,0 0 0,0 0 0,0 0 0,0 1 0,0-1 0,0 0 0,0 0 0,0 0 0,0 1 0,0-1 0,0 0 0,0 0 0,0 0 0,0 0 0,0 1 0,0-1 0,-1 0 0,1 0 0,0 0 0,0 1 0,0-1 0,0 0 0,0 0 0,0 0 0,0 0 0,-1 1 0,1-1 0,0 0 0,0 0 0,0 0 0,0 0 0,-1 0 0,1 0 0,0 0 0,0 0 0,0 1 0,-1-1 0,1 0 0,0 0 0,0 0 0,0 0 0,-1 0 0,1 0 0,0 0 0,-14 7 0,1-3 0,-1 0 0,1-1 0,-1 0 0,0-1 0,-16 0 0,-76-3 0,51-1 0,-526 2 0,575-1 0,0 1 0,0-1 0,0 1 0,1-2 0,-1 1 0,-9-4 0,14 5 0,0-1 0,0 1 0,0 0 0,0-1 0,1 1 0,-1 0 0,0-1 0,0 1 0,1-1 0,-1 0 0,0 1 0,1-1 0,-1 0 0,1 1 0,-1-1 0,0 0 0,1 0 0,0 1 0,-1-1 0,1 0 0,-1 0 0,1 0 0,0 1 0,0-1 0,-1 0 0,1 0 0,0 0 0,0 0 0,0 0 0,0 0 0,0 0 0,0 0 0,0 1 0,1-1 0,-1 0 0,0 0 0,0 0 0,1 0 0,-1 0 0,0 1 0,1-1 0,-1 0 0,1 0 0,-1 1 0,1-1 0,-1 0 0,1 0 0,0 1 0,-1-1 0,1 1 0,0-1 0,-1 1 0,2-2 0,4-2 0,1 0 0,-1 0 0,1 1 0,0 0 0,0 0 0,0 0 0,0 1 0,0 0 0,0 1 0,15-2 0,5-2 0,21-3 0,1 3 0,-1 1 0,91 6 0,-41 1 0,375-3 0,-1437 0 0,973-1 0,0 0 0,-1-1 0,16-4 0,17-3 0,55 1 0,134 8 0,-95 2 0,614-2 0,-1706 0 0,2242 0 0,-2316 0-1857,1019-1 2077,-1 0 0,1-1 0,0-1 0,1 0-1,-1-1 1,-18-8 0,-25-7 98,21 6-318,34 12 0,-1 1 0,1 0 0,-1-1 0,1 1 0,-1 0 0,1-1 0,-1 1 0,1-1 0,-1 1 0,1-1 0,0 1 0,-1-1 0,1 1 0,0-1 0,-1 1 0,1-1 0,0 0 0,0 1 0,-1-1 0,1 0 0,0 0 0,1 0 0,-1 0 0,0 0 0,1 1 0,-1-1 0,0 0 0,1 1 0,-1-1 0,1 0 0,-1 1 0,1-1 0,-1 1 0,1-1 0,0 1 0,-1-1 0,1 1 0,0-1 0,-1 1 0,1 0 0,0-1 0,1 1 0,16-8 0,0 1 0,1 1 0,0 1 0,-1 1 0,21-2 0,-1 0 0,-25 3 0,-1-1 0,24-10 0,-24 9 0,-1 0 0,1 1 0,18-3 0,47-6-789,148-5-1,630 19 790,-832 0-28,1 2-1,29 6 1,32 3 1024,-82-12-966,65 7 540,-63-7-563,1 1 0,0 1 0,-1-1-1,1 1 1,-1 0 0,1 0 0,-1 1 0,0 0-1,6 4 1,-11-7-7,1 0 0,-1 1 0,1-1 0,-1 0 0,1 1 0,-1-1 0,0 0 0,1 1 0,-1-1 0,0 1 0,1-1 0,-1 1 0,0-1 0,0 1 0,0-1 0,1 1 0,-1-1 0,0 1 0,0-1 0,0 1 0,0-1 0,0 1 0,0 0 0,0-1 0,0 1 0,0-1 0,0 1 0,0-1 0,0 1 0,0-1 0,-1 1 0,1-1 0,0 1 0,0-1 0,-1 1 0,1-1 0,0 1 0,-1-1 0,1 1 0,0-1 0,-1 0 0,1 1 0,0-1 0,-1 1 0,1-1 0,-1 0 0,1 0 0,-1 1 0,-25 11 0,-6-6 0,0-1 0,-1-2 0,1-2 0,-64-4 0,16 0 0,-759 3 0,1938 0-981,-1082 2 1035,0 0 0,1 0 0,-1 2-1,31 10 1,-28-7 78,1-1 0,36 5 0,-51-11-77,36 6 148,-41-6-201,0 0 0,0 0 0,0 1-1,0-1 1,0 0 0,0 0 0,0 1 0,0-1 0,0 1 0,0-1 0,0 1-1,0-1 1,0 1 0,0-1 0,-1 1 0,1 0 0,0 0 0,0-1 0,-1 1 0,1 0-1,0 0 1,-1 0 0,1 0 0,-1 0 0,1 0 0,-1 0 0,1 0 0,-1 0-1,0 0 1,1 1 0,-2 0-2,0-1 0,1 0 0,-1 0 0,0 0 0,0 0 0,0 1 0,0-1 0,0 0 0,0-1 0,0 1 0,-1 0 0,1 0 0,0 0 0,0-1 0,-1 1 0,1-1 0,0 1 0,-1-1 0,1 1 0,-1-1 0,1 0 0,0 0 0,-3 0 0,-39 5 0,39-4 0,-116 10-250,-76 2-39,-476-13 828,666 0-539,-1 0 0,1 0 0,-1 0 0,1 0 0,0-1 0,-1 0 0,1 0 0,0-1 0,-10-3 0,16 5 0,0-1 0,-1 1 0,1 0 0,0 0 0,-1-1 0,1 1 0,0 0 0,0-1 0,-1 1 0,1-1 0,0 1 0,0 0 0,0-1 0,0 1 0,-1-1 0,1 1 0,0 0 0,0-1 0,0 1 0,0-1 0,0 1 0,0-1 0,0 1 0,0-1 0,0 1 0,0 0 0,0-1 0,1 1 0,-1-1 0,0 1 0,0 0 0,0-1 0,0 1 0,1-1 0,-1 1 0,0 0 0,0-1 0,1 1 0,-1 0 0,0-1 0,1 1 0,-1 0 0,0 0 0,1-1 0,-1 1 0,0 0 0,1 0 0,0-1 0,18-13 0,-2 6 0,1 2 0,-1-1 0,1 2 0,1 1 0,-1 0 0,1 1 0,22-1 0,23-4 0,3 1 0,0 2 0,97 7 0,-46 1 0,279-4 0,-395 1 0,41 3 0,-42-3 0,0 0 0,0 0 0,0 0 0,0 1 0,0-1 0,0 0 0,0 0 0,0 1 0,0-1 0,1 0 0,-1 1 0,0-1 0,0 1 0,-1-1 0,1 1 0,0 0 0,0-1 0,0 1 0,0 0 0,0 0 0,-1 0 0,1-1 0,0 1 0,-1 0 0,1 0 0,-1 0 0,1 0 0,-1 0 0,1 0 0,-1 0 0,0 0 0,1 2 0,-2-2 0,1 0 0,-1 0 0,1 0 0,-1 0 0,0 0 0,1 0 0,-1 0 0,0 0 0,0 0 0,0 0 0,0-1 0,0 1 0,0 0 0,0-1 0,0 1 0,0 0 0,0-1 0,0 0 0,0 1 0,0-1 0,-2 1 0,-33 8 0,21-6 0,-12 4 0,0-1 0,1-1 0,-48 1 0,-85-7 0,59-2 0,-724 3 0,821 0 0,-31-2 0,33 2 0,-1 0 0,1-1 0,-1 1 0,1-1 0,-1 1 0,1-1 0,0 1 0,-1-1 0,1 0 0,0 0 0,0 1 0,-1-1 0,1 0 0,0 0 0,0 0 0,0 0 0,0-1 0,0 1 0,-1-2 0,2 2 0,0 0 0,0 0 0,0 0 0,1 0 0,-1-1 0,0 1 0,1 0 0,-1 1 0,0-1 0,1 0 0,0 0 0,-1 0 0,1 0 0,-1 0 0,1 0 0,0 1 0,-1-1 0,1 0 0,0 0 0,0 1 0,0-1 0,0 1 0,0-1 0,-1 1 0,1-1 0,0 1 0,0-1 0,0 1 0,2 0 0,33-15 0,-35 14 0,19-4 0,0 0 0,0 1 0,31-2 0,9-1 0,30-3-10,0 4 0,116 7-1,-70 1-747,474-2 758,-600 1-7,-1-1 0,0 2 0,0-1 0,0 1 0,15 5-1,-22-6 22,0 0-1,1 0 0,-1 1 1,1-1-1,-1 0 0,0 1 1,0 0-1,0-1 1,0 1-1,4 4 0,-6-5 15,1 0-1,-1 0 0,1 0 1,-1 0-1,1 0 1,-1 1-1,0-1 0,1 0 1,-1 0-1,0 0 1,0 1-1,0-1 0,0 0 1,0 0-1,0 0 1,0 1-1,0-1 0,-1 0 1,1 0-1,0 0 1,-1 0-1,1 1 0,-1-1 1,0 2-1,-1-1-27,0 1 0,0-1 0,1 0 0,-2 1 0,1-1 0,0 0 0,0 0 0,-1 0 0,1-1 0,-1 1 0,1-1 0,-1 1 0,0-1 0,0 0 0,0 0 0,0 0 0,1 0 0,-5 0 0,-8 2 0,-1-1 0,-22-1 0,-7 2 0,-53 9 0,0-4 0,-149-8 0,99-2 0,-492 2 0,632 0 0,4 0 0,0 1 0,1-1 0,-1 0 0,1 0 0,-1-1 0,0 1 0,1-1 0,-1 1 0,1-1 0,-1 0 0,1 0 0,0-1 0,-6-2 0,9 3 0,0 1 0,0-1 0,-1 0 0,1 1 0,0-1 0,0 0 0,0 1 0,0-1 0,0 0 0,1 1 0,-1-1 0,0 0 0,0 1 0,0-1 0,1 1 0,-1-1 0,0 0 0,0 1 0,1-1 0,-1 1 0,1-1 0,-1 1 0,0-1 0,1 1 0,-1-1 0,1 1 0,-1-1 0,1 1 0,0-1 0,16-13 0,-8 9 0,0 0 0,1 0 0,-1 1 0,1 1 0,0 0 0,13-3 0,68-8 0,-58 10 0,56-4 0,152 6 0,-110 5 0,-3-5-196,140 4-408,-167 10 604,42 1 0,-97-13 0,-1 2 0,59 10 0,-83-9 0,37 1 0,-44-5 0,1 2 0,0 0 0,-1 1 0,1 0 0,20 7 0,-34-8 14,1-1 0,-1 1-1,1-1 1,-1 1 0,1 0 0,-1-1 0,1 1-1,-1 0 1,0 0 0,0 0 0,1 0 0,-1 0-1,0 0 1,0 1 0,0-1 0,0 0 0,0 1-1,0-1 1,-1 0 0,1 1 0,0-1 0,-1 1-1,1-1 1,-1 1 0,1-1 0,-1 1 0,0 0-1,1 2 1,-2-2 5,1 0 0,-1 0 0,1 0 0,-1 0 0,0 0 0,0 0 0,0 0 1,0 0-1,0 0 0,0 0 0,0 0 0,-1-1 0,1 1 0,0-1 0,-1 1 0,0-1 0,1 1 0,-1-1 0,0 0 0,-3 2 0,-9 4-19,-1-1 0,0 0 0,0-1 0,0-1 0,-1 0 0,1-1 0,-30 2 0,-119-6 0,79-2 0,-554 3 0,597-2 0,1-3 0,-52-12 0,92 17 0,0 0 0,1 0 0,-1 0 0,0 0 0,1 0 0,-1 0 0,0 0 0,1 0 0,-1-1 0,1 1 0,-1 0 0,0 0 0,1-1 0,-1 1 0,1 0 0,-1-1 0,1 1 0,-1 0 0,1-1 0,-1 1 0,1-1 0,-1 1 0,1-1 0,0 1 0,-1-1 0,1 1 0,0-1 0,-1 1 0,1-1 0,0 0 0,0 0 0,0 0 0,1 0 0,0 0 0,-1 1 0,1-1 0,0 0 0,-1 0 0,1 1 0,0-1 0,0 0 0,-1 1 0,1-1 0,0 0 0,0 1 0,2-1 0,39-16 0,78-1 0,-60 10 0,33 0 0,167 6 0,-123 4 0,312-2 0,-438 3 0,-20 3 0,-23 5 0,31-10 0,-49 19 0,38-14 0,0-1 0,0 0 0,0-1 0,-18 4 0,-56 5 0,-162 3 0,-272-17 0,511 1 0,3 1 0,1-1 0,0 0 0,0 0 0,-1-1 0,1 1 0,0-1 0,0-1 0,0 1 0,-10-4 0,15 4 0,-1 1 0,1 0 0,0-1 0,0 1 0,-1 0 0,1-1 0,0 1 0,0 0 0,-1-1 0,1 1 0,0-1 0,0 1 0,0 0 0,0-1 0,0 1 0,0-1 0,0 1 0,0 0 0,-1-1 0,2 1 0,-1-1 0,0 1 0,0-1 0,0 1 0,0 0 0,0-1 0,0 1 0,0-1 0,0 1 0,1 0 0,-1-1 0,0 1 0,0-1 0,1 1 0,-1 0 0,0-1 0,0 1 0,1 0 0,-1 0 0,0-1 0,1 1 0,-1 0 0,0 0 0,1-1 0,-1 1 0,1 0 0,-1 0 0,0 0 0,1 0 0,-1 0 0,1-1 0,22-10 0,20 0 0,0 3 0,81-6 0,-50 10 0,-29 3 0,62-10 0,-43 3-162,0 3 0,110 6 0,-61 1-431,-35-3 595,87 3 1075,-163-2-1077,0 0 0,0 0 0,0 0 0,0 1 0,-1-1 0,1 0 0,0 1 0,0 0 0,0-1 0,-1 1 0,1 0 0,0 0 0,-1 0 0,1 0 0,-1 0 0,1 0 0,-1 0 0,1 0 0,-1 1 0,0-1 0,0 1 0,0-1 0,2 3 0,-3-2 0,1-1 0,-1 1 0,0-1 0,0 0 0,0 1 0,0-1 0,-1 1 0,1-1 0,0 1 0,-1-1 0,1 0 0,0 1 0,-1-1 0,0 0 0,1 0 0,-1 1 0,0-1 0,1 0 0,-1 0 0,0 0 0,0 0 0,0 0 0,0 0 0,0 0 0,0 0 0,-1 0 0,1 0 0,0-1 0,0 1 0,-3 1 0,-8 4 0,0 0 0,-1-1 0,0 0 0,0 0 0,0-2 0,-1 1 0,0-2 0,-20 2 0,-15-2 0,-53-5 0,22 0 0,-17 2 0,-141 3 0,144 10 0,55-6 0,-41 1 0,45-5 0,21 0 0,-1-2 0,1 1 0,-1-2 0,1 0 0,-19-3 0,33 4 0,-1 0 0,1 0 0,0 0 0,-1 0 0,1-1 0,-1 1 0,1 0 0,-1 0 0,1 0 0,-1 0 0,1-1 0,0 1 0,-1 0 0,1 0 0,-1-1 0,1 1 0,0 0 0,-1 0 0,1-1 0,0 1 0,0 0 0,-1-1 0,1 1 0,0-1 0,0 1 0,-1 0 0,1-1 0,0 1 0,0-1 0,0 1 0,0-1 0,-1 1 0,1-1 0,0 1 0,0 0 0,0-1 0,0 1 0,0-1 0,0 1 0,0-1 0,1 1 0,-1-1 0,0 1 0,0-1 0,0 1 0,0 0 0,1-1 0,-1 1 0,0-1 0,0 1 0,1 0 0,-1-1 0,0 1 0,0 0 0,1-1 0,-1 1 0,0 0 0,1-1 0,-1 1 0,1 0 0,-1 0 0,0-1 0,1 1 0,-1 0 0,1 0 0,30-17 0,-14 13 0,1 0 0,29-2 0,13-3 0,-3 1 0,0 2 0,0 3 0,78 6 0,-29-1 0,-7-4 0,107 4 0,-189 0 0,-1 0 0,1 0 0,-1 2 0,0 0 0,23 9 0,-38-13 0,1 1 0,-1-1 0,1 1 0,-1 0 0,0 0 0,1 0 0,-1-1 0,0 1 0,0 1 0,1-1 0,-1 0 0,0 0 0,0 0 0,0 1 0,0-1 0,0 2 0,0-2 0,-1-1 0,0 1 0,0 0 0,0-1 0,-1 1 0,1-1 0,0 1 0,0 0 0,0-1 0,0 1 0,-1-1 0,1 1 0,0-1 0,0 1 0,-1-1 0,1 1 0,0-1 0,-1 1 0,1-1 0,-1 1 0,1-1 0,-1 1 0,1-1 0,-1 0 0,1 1 0,-1-1 0,0 1 0,-3 1 0,-1 0 0,0 0 0,0 0 0,0 0 0,0-1 0,0 0 0,0 0 0,-6 0 0,-83 3 0,-64 6 0,58 0 0,-177-8 0,135-4 0,135 2 0,4 1 0,-1-1 0,1 0 0,0 1 0,0-1 0,-1 0 0,1-1 0,0 1 0,0-1 0,-1 1 0,1-1 0,0 0 0,-3-2 0,6 3 0,0-1 0,0 1 0,1-1 0,-1 1 0,0-1 0,1 1 0,-1-1 0,0 1 0,1-1 0,-1 1 0,0-1 0,1 1 0,-1 0 0,1-1 0,-1 1 0,1 0 0,-1-1 0,1 1 0,-1 0 0,1-1 0,0 1 0,-1 0 0,1 0 0,-1 0 0,1 0 0,-1 0 0,2 0 0,19-5 0,-4 2 0,-3 2 0,-1-2 0,1 1 0,-1-2 0,24-9 0,-20 6 0,0 1 0,1 1 0,-1 1 0,1 0 0,0 1 0,23-1 0,113 5 0,-70 2 0,220-3 0,-300 0 0,-1 0 0,0 0 0,0 1 0,1-1 0,-1 1 0,0 0 0,0 0 0,4 2 0,-7-3 0,0 0 0,0 0 0,0 0 0,0 0 0,1 0 0,-1 0 0,0 0 0,0 0 0,0 0 0,0 0 0,0 0 0,0 1 0,1-1 0,-1 0 0,0 0 0,0 0 0,0 0 0,0 0 0,0 0 0,0 1 0,0-1 0,0 0 0,0 0 0,1 0 0,-1 0 0,0 0 0,0 1 0,0-1 0,0 0 0,0 0 0,0 0 0,0 0 0,0 1 0,0-1 0,0 0 0,0 0 0,0 0 0,0 0 0,0 0 0,-1 1 0,1-1 0,0 0 0,0 0 0,0 0 0,0 0 0,0 0 0,0 1 0,-18 5 0,-8-3 0,-1-1 0,-29-1 0,32-1 0,0 1 0,0 0 0,-29 7 0,11-1 0,-57 2 0,323-10 0,-253 11 0,28-10 0,1 0 0,0 0 0,0 0 0,0 0 0,-1 0 0,1 0 0,0 1 0,0-1 0,0 0 0,-1 0 0,1 0 0,0 0 0,0 0 0,0 1 0,0-1 0,0 0 0,0 0 0,-1 0 0,1 0 0,0 1 0,0-1 0,0 0 0,0 0 0,0 0 0,0 1 0,0-1 0,0 0 0,0 0 0,0 0 0,0 1 0,0-1 0,0 0 0,0 0 0,0 0 0,0 1 0,0-1 0,0 0 0,16 5 0,6-4 0,1-1 0,-1 0 0,0-2 0,30-7 0,-20 4 0,38-2 0,31 7 0,-124 2 0,1 0 0,-22 6 0,-41 4 0,70-10 0,1 1 0,-1 0 0,1 0 0,-25 11 0,24-9 0,-1 1 0,0-2 0,-28 5 0,-28-5 0,-129-8 0,200 4 0,-1 0 0,1 0 0,-1 0 0,0-1 0,1 1 0,-1 0 0,1-1 0,-1 1 0,1-1 0,-1 1 0,1-1 0,-1 0 0,1 0 0,-1 1 0,1-1 0,0 0 0,0 0 0,-1-1 0,-1-1 0,3 3 0,0-1 0,0 1 0,0 0 0,0-1 0,0 1 0,0-1 0,0 1 0,0-1 0,0 1 0,0-1 0,0 1 0,0 0 0,0-1 0,0 1 0,0-1 0,0 1 0,1 0 0,-1-1 0,0 1 0,0-1 0,0 1 0,1 0 0,-1-1 0,0 1 0,1-1 0,18-10 0,7 2 0,1 1 0,1 1 0,-1 1 0,1 2 0,30-1 0,145 5 0,-87 3 0,-103-4 0,-10 0 0,1 1 0,0-1 0,-1 1 0,1 0 0,0 0 0,0 1 0,-1-1 0,1 1 0,0 0 0,-1 0 0,7 2 0,-10-2 0,0-1 0,-1 1 0,1-1 0,0 1 0,-1-1 0,1 1 0,0-1 0,-1 1 0,1-1 0,0 1 0,-1-1 0,1 0 0,-1 1 0,1-1 0,-1 0 0,1 1 0,-1-1 0,1 0 0,-1 0 0,0 1 0,1-1 0,-1 0 0,1 0 0,-1 0 0,1 0 0,-1 0 0,0 0 0,1 0 0,-1 0 0,0 0 0,-23 5 0,4-2 0,1 0 0,0 1 0,-33 12 0,32-9 0,0-1 0,-1-1 0,1 0 0,-1-2 0,0-1 0,0 0 0,-23-2 0,97-1 0,63-11 0,51-2 0,-139 13 0,-19 0 0,1 1 0,0-1 0,0 2 0,0-1 0,0 1 0,0 1 0,-1 0 0,18 5 0,-27-7 0,-1 0 0,1 0 0,0 0 0,0 0 0,-1 0 0,1 0 0,0 0 0,0 0 0,0 0 0,-1 0 0,1 1 0,0-1 0,0 0 0,0 0 0,-1 0 0,1 0 0,0 0 0,0 0 0,0 0 0,0 0 0,-1 1 0,1-1 0,0 0 0,0 0 0,0 0 0,0 0 0,0 1 0,0-1 0,-1 0 0,1 0 0,0 0 0,0 0 0,0 1 0,0-1 0,0 0 0,0 0 0,0 0 0,0 1 0,0-1 0,0 0 0,0 0 0,0 1 0,0-1 0,0 0 0,0 0 0,0 0 0,0 1 0,0-1 0,0 0 0,0 0 0,0 0 0,1 1 0,-1-1 0,0 0 0,0 0 0,0 0 0,0 0 0,0 0 0,0 1 0,1-1 0,-1 0 0,0 0 0,0 0 0,1 0 0,-20 4 0,-80 2 0,-100-7 0,64-2 0,57 4 0,-88-2 0,165 1 0,-1 0 0,1 0 0,0 0 0,-1 0 0,1 0 0,-1-1 0,1 1 0,-1 0 0,1-1 0,0 1 0,-1-1 0,1 1 0,0-1 0,-1 0 0,1 1 0,0-1 0,0 0 0,0 0 0,-1 0 0,1 0 0,-1-2 0,2 2 0,0 0 0,0 0 0,1 0 0,-1-1 0,0 1 0,1 0 0,-1 0 0,1 0 0,-1 0 0,1 0 0,0 0 0,-1 0 0,1 0 0,0 0 0,0 0 0,-1 0 0,1 1 0,0-1 0,0 0 0,0 1 0,0-1 0,0 0 0,0 1 0,0-1 0,1 1 0,0-1 0,9-4 0,1 0 0,-1 0 0,1 1 0,-1 1 0,1 0 0,23-3 0,4-1 0,21-14 0,-48 16 0,1 0 0,-1 1 0,19-4 0,26 2 0,0 3 0,85 5 0,-35 1 0,-701-3 0,526 1 0,-76-3 0,116-5 0,25 1 0,17 1 0,6 1 0,32-6 0,1 2 0,66-1 0,677 11 0,-795-2 0,33 2 0,-32-2 0,-1 0 0,0 1 0,1-1 0,-1 0 0,0 1 0,1-1 0,-1 1 0,0-1 0,1 1 0,-1 0 0,0 0 0,0-1 0,0 1 0,0 0 0,0 0 0,0 0 0,0 0 0,0 0 0,0 0 0,1 3 0,-2-4 0,0 1 0,0 0 0,0-1 0,0 1 0,0 0 0,0-1 0,0 1 0,0 0 0,0-1 0,0 1 0,-1-1 0,1 1 0,0 0 0,-1-1 0,1 1 0,0-1 0,-1 1 0,1-1 0,-1 1 0,1-1 0,0 1 0,-1-1 0,1 1 0,-1-1 0,0 1 0,1-1 0,-1 0 0,1 1 0,-1-1 0,1 0 0,-1 0 0,0 1 0,1-1 0,-2 0 0,-24 7 0,26-7 0,-42 6 0,0-3 0,0-1 0,-56-5 0,8 0 0,-764 3-672,827-1 672,1-2 0,-29-6 0,-11-2 0,123 10 336,110-17 0,-166 18-336,80-7 0,137 6 0,-95 4 0,626-3 0,-1176 0 843,-577 0-5345,410 0 8161,1932 0-4625,-1325 1 966,-1 0 0,1 1 0,-1 1 0,0 0 0,0 1 0,14 6 0,-12-5 0,0 0 0,1 0 0,23 3 0,-8-1 306,-30-7-297,0 0 0,0 0 1,0 0-1,1 0 0,-1 0 0,0 0 1,0 0-1,0 0 0,0 0 0,0 0 1,0 0-1,0 0 0,0 0 0,1 0 1,-1 0-1,0 0 0,0 0 0,0 0 1,0 1-1,0-1 0,0 0 0,0 0 1,0 0-1,0 0 0,0 0 0,0 0 1,0 0-1,0 1 0,0-1 0,0 0 1,0 0-1,0 0 0,0 0 0,0 0 1,0 0-1,0 0 0,0 1 0,0-1 1,0 0-1,0 0 0,0 0 0,0 0 1,0 0-1,0 0 0,0 0 0,0 0 1,0 1-1,0-1 0,0 0 0,0 0 1,0 0-1,0 0 0,0 0 0,-1 0 1,1 0-1,0 0 0,-17 6 124,-32 1-133,0-3-1,0-1 0,-68-6 1,17 0-160,-52 5-196,-153-4-101,204-10 457,-43-1 0,120 13 0,-52 0 0,-99-14 0,56 7 0,85 6 0,-1-1 0,-37-7 0,36 3 0,25 5 0,-1-1 0,0 0 0,-13-5 0,24 7 4,1 0 0,0-1 0,-1 1 0,1 0 0,0 0 0,-1 0 0,1 0 0,0 0 0,-1-1 0,1 1 0,0 0 0,-1 0 0,1-1 0,0 1 0,-1 0 0,1-1 0,0 1 0,0 0 0,-1-1 0,1 1 0,0 0 0,0-1 0,0 1 0,0 0 0,-1-1 0,1 1 0,0 0 0,0-1 0,0 1 0,0-1 0,0 1 0,0 0 0,0-1 0,0 1 0,0-1 0,0 1 0,0-1 0,12-14 331,24-9 153,-19 16-488,0 1 0,0 1 0,1 1 0,0 0 0,26-3 0,-4 4 0,58 2 0,-61 1 8,56-10 1,22 0-196,551 9-885,-324 4 1858,-333-1-734,-1-1 0,0 2 0,0-1 0,0 1 0,0 0 0,0 1 0,8 3 0,-14-5-49,0 0 1,-1 0 0,1 0 0,0 0 0,-1 0 0,1 0 0,-1 0 0,1 1 0,-1-1 0,0 1 0,1-1 0,-1 1 0,0 0 0,2 3 0,-3-4-5,0 1 0,1-1 1,-1 0-1,0 1 0,0-1 0,0 1 0,0-1 1,0 1-1,-1-1 0,1 1 0,0-1 1,-1 0-1,1 1 0,-1-1 0,1 0 0,-1 1 1,0-1-1,0 0 0,1 0 0,-1 1 1,0-1-1,0 0 0,-2 1 0,-2 3 1,-1 0 0,1-1 0,-1 0 0,0 0 0,0 0 0,-1-1 0,1 0 0,-1 0 0,1-1 0,-1 1 0,0-1 0,0-1 0,-11 2 0,-12 0 0,-54 0 0,75-3 0,-2 0 0,-1 0 0,1 0 0,0 1 0,-1 1 0,1 0 0,0 0 0,-19 8 0,10-3-54,0 0-1,-1-2 1,1 0-1,-1-2 0,-32 3 1,-110-7-476,69-2 398,-821 3 132,906 0 45,4 1 49,-1-1 1,1 0-1,0-1 1,0 1-1,-1-1 0,1 0 1,0 0-1,0 0 1,-10-5-1,15 6-94,0 0 0,-1 0 0,1-1 0,0 1 0,0 0 0,-1-1 0,1 1 0,0-1 0,0 1 0,0 0 0,-1-1 0,1 1 0,0-1 0,0 1 0,0 0 0,0-1 0,0 1 0,0-1 0,0 1 0,0-1 0,0 1 0,0 0 0,0-1 0,0 1 0,0-1 0,0 1 0,0 0 0,1-1 0,-1 1 0,0-1 0,0 1 0,0 0 0,1-1 0,-1 1 0,0 0 0,0-1 0,1 1 0,-1 0 0,0-1 0,1 1 0,-1 0 0,0 0 0,1-1 0,-1 1 0,0 0 0,1 0 0,-1 0 0,1 0 0,-1-1 0,1 1 0,-1 0 0,23-11 0,-4 6 0,-1 2 0,37-3 0,17-1 0,-2-3-300,1 4-1,139 6 0,-87 2 214,876-2 87,-986 3 829,-24 3-629,-23 4-240,-48-3 40,-141-6 0,96-4 0,-546 4-1243,635-3 913,-51-9 1,-28-1 354,51 13-25,39 0 0,1 0 0,-36-5 0,50 1 0,0 0 0,1-1 0,-1-1 0,-12-6 0,-4-1 0,26 11 74,-1 0 0,0 0 0,1-1 0,-1 1 0,1-1-1,-1 1 1,1-1 0,-1 0 0,1 0 0,0 0 0,0 0 0,-3-5 0,5 6-48,-1 0 0,1 0 0,-1 0 0,1-1 1,0 1-1,0 0 0,0 0 0,0 0 0,0-1 1,0 1-1,0 0 0,0 0 0,0 0 0,0-1 1,0 1-1,1 0 0,-1 0 0,1 0 0,-1 0 0,1 0 1,-1 0-1,1 0 0,0 0 0,-1 0 0,1 0 1,0 0-1,0 0 0,0 0 0,0 0 0,-1 1 0,1-1 1,0 0-1,0 1 0,2-2 0,17-13-26,0 0 0,1 2 0,1 0 0,0 1 0,0 2 0,1 0 0,1 1 0,0 2 0,34-8 0,23 4 0,142-2 0,142 14 0,-361-1 0,0 0 0,-1 0 0,1 1 0,-1-1 0,1 1 0,-1 0 0,7 3 0,-10-4 0,0 0 0,0 0 0,1 0 0,-1 0 0,0 0 0,0 0 0,0 0 0,0 0 0,1 0 0,-1 0 0,0 0 0,0 0 0,0 0 0,0 1 0,0-1 0,0 0 0,0 0 0,1 0 0,-1 0 0,0 0 0,0 0 0,0 1 0,0-1 0,0 0 0,0 0 0,0 0 0,0 0 0,0 0 0,0 1 0,0-1 0,0 0 0,0 0 0,0 0 0,0 0 0,0 1 0,0-1 0,0 0 0,0 0 0,0 0 0,0 0 0,0 1 0,0-1 0,0 0 0,0 0 0,0 0 0,0 0 0,0 0 0,-1 1 0,-17 5 0,3-3 0,1 1 0,-1 1 0,-17 7 0,18-5 0,-1-2 0,0 0 0,-21 5 0,-21-5 0,0-1 0,-84-7 0,30 0 0,70 5 0,-51 9 0,55-5 0,-66 1 0,424-8 0,-293-1 0,53-9 0,-51 6 0,43-2 0,385 8-936,-442-2 1053,0 2 0,0 0 0,-1 1 0,1 1 0,0 0 0,-1 1 0,22 9 0,-37-13-117,0 0 0,1 0 0,-1 0 0,0 0 0,1 0 0,-1 1 0,0-1 0,1 0 0,-1 0 0,0 0 0,0 1 0,1-1 0,-1 0 0,0 0 0,1 1 0,-1-1 0,0 0 0,0 0 0,0 1 0,0-1 0,1 0 0,-1 1 0,0-1 0,0 0 0,0 1 0,0-1 0,0 0 0,0 1 0,0-1 0,0 1 0,0-1 0,0 0 0,0 1 0,0-1 0,0 0 0,0 1 0,0-1 0,0 1 0,-14 10 0,-22 4 0,3-9-5,0-2-1,0-1 1,0-1-1,-58-5 0,13 0-666,-823 3 1372,1268 0-700,-355 1-53,1 1 1,-1 0-1,0 1 0,1 0 0,-1 0 1,13 7-1,-11-4-21,0-1 1,1-1-1,28 5 0,137 8 74,35 8 0,-110-15 0,15 4 0,-93-11 0,55 0 0,9 2 0,-84-4 37,-1 1 0,0-1 0,0 1 0,0 1 0,0-1 0,0 1 0,-1 0-1,6 4 1,-10-6-27,0-1-1,0 1 1,-1-1-1,1 1 1,0 0-1,-1-1 1,1 1-1,0 0 1,-1-1-1,1 1 1,-1 0-1,1 0 1,-1-1-1,0 1 1,1 0-1,-1 0 1,0 0-1,1 0 1,-1 0 0,0 0-1,0 0 1,0 0-1,0 1 1,0-1-6,-1 0 1,0 0 0,0 1 0,0-1 0,0 0 0,0 0 0,0 0 0,0 0 0,0 0 0,0 0 0,-1 0 0,1-1 0,0 1 0,-1 0 0,1-1 0,0 1-1,-1-1 1,1 1 0,-1-1 0,-1 1 0,-24 4-5,1-1 0,-1-1 0,0-1 0,0-1 0,-41-5 0,-1 2 0,-1173 1-848,1228-2 1646,25-3-673,23-4-200,101 1 75,11-2 0,-58 2 0,0 5 0,90 6 0,-44 0 0,4-4-811,150 4 1622,-204 10-811,-55-7 0,42 3 0,-34-8 0,-33 0 0,-25-1 0,-16 1 0,-15-1 0,-1 1 0,-97 16 0,95-9 0,0-2 0,-1-3 0,-59-5 0,12 1 0,-529 2 0,618-2 0,20-4 0,25-7 0,-27 11 0,32-10 0,1 2 0,0 2 0,75-8 0,230 10-1592,-194 9 1145,618-3-878,-755 0 1358,1 2 0,0 0-1,-1 0 1,0 1 0,1 1-1,14 6 1,-12-4 4,-1-2 0,1 1 0,0-2 0,16 3 0,28-5 941,-42-1-536,-1 0 0,0 1 0,23 4 0,-38-5-437,0-1-1,0 1 0,1 0 0,-1 0 1,0 0-1,0 0 0,1 0 0,-1 0 1,0 0-1,1 0 0,-1 0 0,0 0 1,0 0-1,1 0 0,-1 0 1,0 1-1,0-1 0,1 0 0,-1 0 1,0 0-1,0 0 0,1 0 0,-1 1 1,0-1-1,0 0 0,0 0 0,1 0 1,-1 0-1,0 1 0,0-1 0,0 0 1,0 0-1,1 1 0,-1-1 1,0 0-1,0 0 0,0 1 0,0-1 1,0 0-1,0 0 0,0 1 0,0-1 1,-13 6 35,-31 1-75,40-7 50,-52 9-15,9-1 0,-76 2 0,-1344-11-706,1467 1 697,-35-3 282,34 3-252,-1 0 0,1 0 0,-1-1 0,1 1 0,0-1 0,-1 1 0,1-1 0,0 1 0,-1-1 0,1 0 0,0 0 1,0 1-1,0-1 0,0 0 0,0 0 0,0 0 0,0 0 0,0 0 0,0-1 0,-1-1 0,2 2-21,0 1 0,0-1 0,0 0 0,0 1 0,0-1 0,0 0 0,0 1 0,0-1 0,0 0 0,0 1 0,1-1 0,-1 0 0,0 1 0,0-1 0,1 1 0,-1-1 0,1 1 0,-1-1 0,0 0 0,1 1 0,-1-1 0,1 1 0,-1 0 0,1-1 0,-1 1 0,1-1 0,0 1 0,-1 0 0,1-1 0,-1 1 0,1 0 0,0 0 0,-1 0 0,2-1 0,24-6 0,-26 7 0,41-6 0,0 3 1,0 1-1,60 5 0,-11 0-1046,1040-3 2091,-1130 0-1045,42 3 0,-24 4 0,-17-6 0,-1-1 0,0 0 0,0 1 0,1-1 0,-1 0 0,0 1 0,0-1 0,0 1 0,0-1 0,0 0 0,0 1 0,1-1 0,-1 1 0,0-1 0,0 1 0,0-1 0,0 0 0,0 1 0,-1-1 0,1 1 0,0-1 0,0 0 0,0 1 0,0-1 0,0 1 0,0-1 0,-1 0 0,1 1 0,0-1 0,0 0 0,-1 1 0,1-1 0,0 0 0,0 1 0,-1-1 0,1 0 0,-1 1 0,-2 1 0,0 1 0,0-1 0,0 0 0,0 0 0,0 0 0,-1-1 0,1 1 0,-1-1 0,0 0 0,1 0 0,-1 0 0,-7 1 0,-51 2 0,47-4 0,1 1 0,-29 0 0,-73 11 0,54-5 0,-2-2 0,-112-6 0,62-1 0,-495 2 0,624-1 0,0-1 0,27-6 0,21-3 0,-36 9 0,-13 2 0,0-1 0,0-1 0,0 0 0,0-1 0,0 0 0,15-7 0,-10 3 0,1 1 0,0 0 0,0 2 0,0 0 0,36-2 0,107 7 0,-69 2 0,349-3 0,-1680 0-867,1089-13 867,5 1 0,-24 14 46,-123-4 300,285 2-296,1-1-1,0 0 0,0 0 0,-1 0 1,1 0-1,-6-3 0,10 4-46,0 0 0,0 0 0,0 0-1,0 0 1,-1 0 0,1 0 0,0 0 0,0-1-1,0 1 1,-1 0 0,1 0 0,0 0 0,0 0-1,0 0 1,0 0 0,0 0 0,0-1 0,-1 1-1,1 0 1,0 0 0,0 0 0,0 0 0,0 0-1,0-1 1,0 1 0,0 0 0,0 0 0,0 0 0,0-1-1,0 1 1,-1 0 0,1 0 0,0 0 0,0 0-1,0-1 1,0 1 0,1 0 0,-1 0 0,0 0-1,0-1 1,0 1 0,0 0 0,0 0 0,0 0-1,0 0 1,0-1 0,20-4-5,66-1 2,103 7 0,-63 2 0,1674-3-1041,-1793-1 1041,-1 1 0,0 1 0,0-1 0,1 1 0,-1 0 0,0 0 0,0 1 0,0 0 0,0 0 0,-1 1 0,1-1 0,0 1 0,-1 0 0,8 6 0,-13-9 4,0 0 0,0 0 0,1 1 1,-1-1-1,0 0 0,0 0 1,1 0-1,-1 1 0,0-1 1,0 0-1,0 1 0,0-1 0,1 0 1,-1 0-1,0 1 0,0-1 1,0 0-1,0 1 0,0-1 0,0 0 1,0 1-1,0-1 0,0 0 1,0 0-1,0 1 0,0-1 1,0 0-1,0 1 0,0-1 0,0 0 1,0 1-1,0-1 0,0 0 1,-1 1-1,1-1 0,-12 6 341,-20-2 195,31-4-538,-20 1-2,-128 12 0,74-5-821,0-3 0,-100-7 0,52 0 107,-549 2-546,634-2 1260,-52-8 0,-27-3 0,-477 12 2889,325 3-1341,410-14-1548,-6-1 0,401 12 0,-254 3 0,-253-1 0,1 2 0,29 7 0,5 0 0,-29-2 0,-34-8 0,-1 0 0,0 0 0,1 0 0,-1 0 0,0 0 0,1 0 0,-1 1 0,0-1 0,1 0 0,-1 0 0,0 0 0,1 1 0,-1-1 0,0 0 0,0 1 0,1-1 0,-1 0 0,0 0 0,0 1 0,1-1 0,-1 0 0,0 1 0,0-1 0,0 0 0,0 1 0,0-1 0,0 1 0,1-1 0,-2 1 0,0 0 0,1 0 0,-1 0 0,1 0 0,-1-1 0,0 1 0,0 0 0,1 0 0,-1-1 0,0 1 0,0-1 0,0 1 0,0-1 0,0 1 0,1-1 0,-3 1 0,-12 4 0,0 0 0,0-1 0,-1 0 0,1-2 0,-1 0 0,0 0 0,-20-2 0,11 1 0,-48 7 0,12 1-233,-1-3 1,1-2-1,-84-7 0,31 1 49,-573 2 1299,1940 0-1578,-1249 0 527,30 2 282,-32-2-344,-1 0 0,0 0 0,0 1 0,0-1 0,0 0 1,1 1-1,-1-1 0,0 1 0,0-1 0,0 1 0,0-1 0,0 1 1,0 0-1,0-1 0,0 1 0,0 0 0,-1 0 0,1 0 0,0 0 1,0 0-1,-1 0 0,1 0 0,0 0 0,0 1 0,-1-1-2,-1 0 0,1 0 0,0 0 0,0 0 0,-1 0 0,1 0 0,-1 0 0,1 0 0,-1 0 0,1 0 0,-1 0 0,1 0 0,-1-1 0,0 1 0,0 0 0,1 0 0,-1-1 0,0 1 0,0 0 0,0-1 0,0 1 0,0-1 0,0 1 0,1-1 0,-1 0 0,0 1 0,-1-1 0,1 0 0,0 0 0,0 1 0,0-1 0,-1 0 0,-39 6 0,40-6 0,-296 4 0,154-7 0,-497 3-2957,602-1 2875,-50-10 0,-30-1 997,-46 13 480,-69-3-584,207-1-811,25 3 0,0 0 0,0 0 0,0 0 0,0 0 0,0-1 0,0 1 0,0 0 0,0 0 0,1 0 0,-1-1 0,0 1 0,0-1 0,0 1 0,0 0 0,1-1 0,-1 0 0,0 1 0,0-1 0,1 1 0,-1-1 0,1 0 0,-1 1 0,-1-3 0,5 2 0,0 0 0,-1-1 0,1 1 0,0 0 0,0 0 0,-1 1 0,1-1 0,0 1 0,0-1 0,0 1 0,0 0 0,5 0 0,2 0 0,48-9 0,-11 2 0,71-2 0,-101 7 0,0 0 0,-1 0 0,1-2 0,31-10 0,-28 7 0,0 1 0,39-5 0,230 7-2322,-149 7 2327,-80-2 812,87 13-1,-15-6-118,-46-5-712,-84-3 14,0 0 0,0 0 0,0 0 0,0 1 0,0-1 0,0 1 0,0-1 0,0 1 0,0 0 0,0 0 0,0 0 0,-1 0 0,1 0 0,0 0 0,0 1 0,1 0 0,-3-1 0,0-1 0,0 0 0,1 1 0,-1-1 0,0 0 0,0 1 0,0-1 0,0 1 0,0-1 0,0 0 0,0 1 0,0-1 0,0 0 0,0 1 0,0-1 0,0 1 0,0-1 0,0 0 0,0 1 0,0-1 0,0 0 0,0 1 0,0-1 0,0 0 0,-1 1 0,1-1 0,0 0 0,0 1 0,-1 0 0,-18 10 0,4-7 0,1-1 0,-1 0 0,0-1 0,0 0 0,-20-2 0,20 0 0,1 1 0,0 0 0,-1 0 0,1 2 0,0 0 0,-18 6 0,11-2 3,0-1 0,0 0 0,0-2 0,-1 0 0,-28 1 0,-113-6-87,70-2-488,-365 3 1210,450 1-638,0-2 0,0 1 0,0-1 0,-12-2 0,21 3 0,-1 0 0,0 0 0,0 0 0,0 0 0,0 0 0,0 0 0,1 0 0,-1 0 0,0 0 0,0 0 0,0-1 0,0 1 0,0 0 0,0 0 0,0 0 0,1 0 0,-1 0 0,0 0 0,0 0 0,0 0 0,0 0 0,0-1 0,0 1 0,0 0 0,0 0 0,0 0 0,0 0 0,0 0 0,0 0 0,0-1 0,0 1 0,0 0 0,0 0 0,0 0 0,0 0 0,0 0 0,0-1 0,0 1 0,0 0 0,0 0 0,0 0 0,0 0 0,0 0 0,0 0 0,0-1 0,0 1 0,0 0 0,0 0 0,0 0 0,0 0 0,0 0 0,0 0 0,-1 0 0,1-1 0,0 1 0,0 0 0,0 0 0,0 0 0,0 0 0,0 0 0,0 0 0,-1 0 0,1 0 0,0 0 0,0 0 0,12-4 0,198-29 0,142 30 0,-187 5 0,229-2 0,-392 0 0,-1 0 0,1 0 0,0 0 0,0 0 0,0 0 0,-1 1 0,1-1 0,0 0 0,0 1 0,-1 0 0,3 1 0,-3-2 0,-1 0 0,0 0 0,0 0 0,1 1 0,-1-1 0,0 0 0,0 0 0,0 1 0,1-1 0,-1 0 0,0 1 0,0-1 0,0 0 0,0 1 0,0-1 0,0 0 0,0 1 0,0-1 0,0 0 0,0 1 0,0-1 0,0 0 0,0 1 0,0-1 0,0 0 0,0 1 0,0-1 0,0 0 0,0 0 0,0 1 0,0-1 0,0 0 0,-1 1 0,1-1 0,-2 3 0,0-1 0,0 0 0,0-1 0,0 1 0,0 0 0,0 0 0,0-1 0,-1 0 0,1 1 0,0-1 0,-1 0 0,-4 2 0,-11 1 0,-1 0 0,-26 1 0,-16 4 0,5-1 0,-1-2 0,0-3 0,-79-5 0,30 0 0,7 3 0,-107-3 0,198 1 0,0 0 0,0-1 0,0 0 0,-10-3 0,17 5 0,0-1 0,0 1 0,-1 0 0,1-1 0,0 1 0,0-1 0,-1 1 0,1-1 0,0 1 0,0-1 0,0 0 0,0 0 0,0 0 0,0 0 0,0 1 0,0-1 0,1 0 0,-1 0 0,0-1 0,0 1 0,1 0 0,-1 0 0,1 0 0,-1 0 0,1-1 0,-1 1 0,1 0 0,0 0 0,-1-1 0,1 1 0,0 0 0,0-1 0,0 1 0,1-3 0,0 3 0,0-1 0,0 1 0,0-1 0,0 1 0,0 0 0,0-1 0,1 1 0,-1 0 0,1 0 0,-1 0 0,1 0 0,-1 0 0,1 0 0,0 0 0,-1 0 0,1 1 0,0-1 0,0 1 0,0-1 0,2 1 0,41-6 0,-42 6 0,98-11 0,51-2 0,-58 11 0,148 5 0,-215 4 0,-24-1 0,-17-1 0,-2 0 0,0 0 0,-21 9 0,22-8 0,1 0 0,-1-1 0,-23 4 0,-21-3 0,0-3 0,-79-5 0,26-1 0,34 4 0,-87-2 0,137-7 0,26 3 0,16-1 0,67-1 0,-58 6 0,41-6 0,-15-1 0,0 3 0,0 2 0,51 4 0,-60-1 0,-37 0 0,-1 0 0,0 1 0,0-1 0,0 0 0,0 1 0,0-1 0,1 1 0,-1-1 0,0 1 0,0 0 0,0 0 0,-1 0 0,3 1 0,-3-1 0,-1-1 0,0 0 0,0 0 0,0 1 0,1-1 0,-1 0 0,0 0 0,0 1 0,0-1 0,0 0 0,1 1 0,-1-1 0,0 0 0,0 0 0,0 1 0,0-1 0,0 0 0,0 1 0,0-1 0,0 0 0,0 1 0,0-1 0,0 0 0,0 1 0,0-1 0,0 0 0,0 1 0,0-1 0,-1 1 0,-13 10 0,-4-3 0,0-1 0,-1-1 0,0 0 0,0-1 0,-38 4 0,-100-5 0,129-3 0,-1 1 0,-29 7 0,30-4 0,-42 2 0,360-8 0,-279 0 0,0-1 0,0 1 0,0-2 0,-1 1 0,1-2 0,-1 1 0,0-2 0,0 1 0,14-9 0,-24 13 0,0 0 0,0 0 0,1 0 0,-1 0 0,0 0 0,0 0 0,1 0 0,-1-1 0,0 1 0,0 0 0,1 0 0,-1 0 0,0 0 0,0 0 0,0-1 0,1 1 0,-1 0 0,0 0 0,0 0 0,0-1 0,0 1 0,0 0 0,1 0 0,-1 0 0,0-1 0,0 1 0,0 0 0,0 0 0,0-1 0,0 1 0,0 0 0,0 0 0,0-1 0,0 1 0,0 0 0,0-1 0,-10-3 0,-19 2 0,27 2 0,-121 2 0,-65-2 0,186 0 0,0 0 0,0 0 0,0 0 0,1 0 0,-1 0 0,0-1 0,0 1 0,0 0 0,0-1 0,1 0 0,-1 1 0,0-1 0,0 0 0,1 0 0,-1 0 0,1 0 0,-1 0 0,1 0 0,-1 0 0,1-1 0,-1 1 0,1 0 0,0-1 0,0 1 0,0-1 0,0 0 0,-1-2 0,2 2 0,0-1 0,0 1 0,0-1 0,0 1 0,1 0 0,-1-1 0,1 1 0,0 0 0,0 0 0,0-1 0,0 1 0,0 0 0,0 0 0,0 0 0,1 0 0,-1 0 0,1 0 0,0 1 0,-1-1 0,4-2 0,5-4 0,-1 0 0,1 0 0,1 1 0,0 0 0,0 1 0,0 1 0,0-1 0,1 2 0,0 0 0,0 0 0,0 1 0,15-2 0,16-3 0,-14 2 0,51-3 0,23-3 0,-67 7 0,39-2 0,-63 6 0,6 2 0,0-2 0,-1 0 0,1-1 0,0-1 0,33-10 0,-24 5 0,1 1 0,0 1 0,1 2 0,43-2 0,-605 10 0,287-6 0,176 4 0,40-1 0,-1 0 0,0-2 0,-46-7 0,59 1 0,27 1 0,31 0 0,73 4 0,-67 3 0,1-2 0,75-12 0,-67 6 0,0 2 0,1 2 0,59 6 0,-12-1 0,364-2 0,-1773 0-61,1275-1 81,-1-2 1,-48-12-1,78 14-20,7 0 0,20-1 0,33 0 0,786 3 0,-886 1 0,-48 8 0,46-3 0,-47-1 0,-369-7 0,453 1 0,-1-1 0,0 0 0,1 0 0,-1-1 0,-8-3 0,15 5 0,-1-1 0,1 1 0,0-1 0,-1 1 0,1-1 0,0 0 0,0 0 0,0 0 0,0 0 0,-1 0 0,1 0 0,0 0 0,1 0 0,-1 0 0,-1-2 0,2 3 0,0-1 0,-1 0 0,1 0 0,0 0 0,0 0 0,0 0 0,0 0 0,0 0 0,1 0 0,-1 0 0,0 0 0,0 1 0,1-1 0,-1 0 0,0 0 0,1 0 0,-1 0 0,1 0 0,-1 1 0,1-1 0,-1 0 0,1 1 0,0-1 0,-1 0 0,1 1 0,1-2 0,2-1 0,0 0 0,0 0 0,1 1 0,-1-1 0,0 1 0,1 0 0,0 0 0,0 1 0,-1-1 0,1 1 0,0 0 0,8 0 0,67-1 0,-60 3 0,95-2 0,111 5 0,-222-3 0,0-1 0,1 1 0,-1 0 0,0 0 0,0 0 0,6 3 0,-10-4 0,0 0 0,1 1 0,-1-1 0,0 0 0,0 0 0,0 0 0,0 0 0,1 0 0,-1 0 0,0 0 0,0 0 0,0 0 0,0 0 0,1 0 0,-1 1 0,0-1 0,0 0 0,0 0 0,0 0 0,0 0 0,0 0 0,0 1 0,1-1 0,-1 0 0,0 0 0,0 0 0,0 0 0,0 1 0,0-1 0,0 0 0,0 0 0,0 0 0,0 1 0,0-1 0,0 0 0,0 0 0,0 0 0,0 0 0,0 1 0,0-1 0,0 0 0,0 0 0,0 0 0,0 1 0,-1-1 0,1 0 0,-20 5 0,-31-1 0,-66-5 0,-24 1 0,58 12 0,56-7 0,-45 3 0,24-8 0,6 0 0,0 2 0,-55 10 0,81-9 0,0 0 0,-1-1 0,1 0 0,-1-1 0,-23-3 0,38-2 0,9-4 0,17-13 0,-15 13 0,-3 3 0,-1 0 0,1 0 0,-1 1 0,1 0 0,0 0 0,8-4 0,-12 8 0,-1-1 0,0 1 0,0-1 0,0 1 0,0 0 0,1-1 0,-1 1 0,0 0 0,0 0 0,1 0 0,-1 0 0,0 0 0,0 0 0,0 1 0,1-1 0,-1 0 0,0 1 0,0-1 0,0 0 0,1 1 0,-1-1 0,0 1 0,0 0 0,0-1 0,0 1 0,0 0 0,0 0 0,0 0 0,-1 0 0,1-1 0,0 1 0,0 0 0,-1 1 0,1-1 0,0 0 0,-1 0 0,1 0 0,-1 0 0,0 0 0,1 0 0,-1 1 0,0-1 0,0 0 0,1 3 0,0 5 0,1 1 0,-1 0 0,-1 0 0,0 0 0,0 0 0,-1 0 0,-2 10 0,-18 67 0,21-86 0,0 0 0,-1 0 0,1 0 0,0 0 0,0-1 0,-1 1 0,1 0 0,0 0 0,-1 0 0,1 0 0,-1-1 0,1 1 0,-1 0 0,1-1 0,-1 1 0,1 0 0,-1-1 0,0 1 0,-1 0 0,2-1 0,-1 0 0,1 0 0,-1 0 0,1-1 0,-1 1 0,1 0 0,0-1 0,-1 1 0,1 0 0,-1-1 0,1 1 0,0 0 0,-1-1 0,1 1 0,0-1 0,0 1 0,-1-1 0,1 1 0,0-1 0,0 1 0,0-1 0,-1 1 0,1-1 0,-8-38 0,6-124 0,3 127 0,-2 50 0,2 1 0,-1-1 0,2 0 0,0 0 0,1 0 0,0 0 0,6 17 0,4 0 0,-7-13 0,1 0 0,1-1 0,0 0 0,12 15 0,-20-31 0,1 0 0,0 0 0,0 1 0,0-1 0,0-1 0,1 1 0,-1 0 0,0 0 0,0 0 0,0-1 0,1 1 0,-1 0 0,0-1 0,1 1 0,-1-1 0,1 0 0,-1 1 0,0-1 0,1 0 0,-1 0 0,1 0 0,-1 0 0,1 0 0,-1 0 0,1 0 0,-1-1 0,0 1 0,1 0 0,-1-1 0,0 1 0,1-1 0,1-1 0,5-2 0,0-1 0,0 0 0,-1 0 0,9-8 0,0 0 0,31-23 0,-34 25 0,1 1 0,0 0 0,1 0 0,0 2 0,19-9 0,-10 11 0,0 1 0,0 1 0,1 1 0,47 1 0,-67 2 0,-516 1 0,311-2 0,1294 1-1066,-1088 1 1142,1-1 1,-1 1-1,1 0 0,-1 1 0,0 0 0,6 2 0,-11-4-66,0 0 0,0 0-1,0 0 1,0 1 0,-1-1-1,1 0 1,0 1 0,0-1-1,0 1 1,-1-1 0,1 1 0,0-1-1,-1 1 1,1-1 0,0 1-1,-1 0 1,1-1 0,-1 1-1,1 0 1,-1-1 0,1 1-1,-1 0 1,1 0 0,-1-1 0,0 1-1,1 0 1,-1 0 0,0 0-1,0 0 1,0 0 0,0-1-1,0 1 1,0 0 0,0 0-1,0 0 1,0 0 0,0 0 0,0 0-1,0-1 1,-1 1 0,1 0-1,0 0 1,-1 0 0,1 0-1,0-1 1,-1 1 0,1 0-1,-1-1 1,0 1 0,1 0-1,-1-1 1,1 1 0,-1 0 0,-1 0-1,-5 4-9,0-1 0,-1 0 0,0 0 0,0-1 0,0 0 0,0 0 0,0-1 0,-1 0 0,-14 2 0,2 0 0,-167 24 0,133-21 0,-1-2 0,-110-6 0,61-1 0,56 3 0,25 0 0,0-1 0,0-1 0,-34-5 0,57 6 0,0 0 0,-1 0 0,1-1 0,0 1 0,0 0 0,0-1 0,-1 1 0,1-1 0,0 1 0,0-1 0,0 1 0,0-1 0,0 0 0,0 0 0,0 0 0,0 1 0,0-1 0,1 0 0,-1 0 0,0 0 0,0 0 0,1 0 0,-1-1 0,1 1 0,-1 0 0,1 0 0,-1 0 0,1 0 0,0-1 0,-1 1 0,1 0 0,0 0 0,0-1 0,0 1 0,0 0 0,0 0 0,0-1 0,1 1 0,-1 0 0,0 0 0,1-1 0,-1 1 0,0 0 0,1 0 0,0 0 0,-1 0 0,1 0 0,0 0 0,0-1 0,3-5 0,0 1 0,0 0 0,1 0 0,-1 0 0,1 1 0,0 0 0,7-5 0,26-17 0,64-34 0,-101 60 0,0 0 0,0 0 0,0 1 0,0-1 0,1 1 0,-1-1 0,0 1 0,0-1 0,1 1 0,-1 0 0,0-1 0,1 1 0,-1 0 0,0 0 0,1 0 0,-1 0 0,0 0 0,1 1 0,-1-1 0,0 0 0,3 1 0,-3 0 0,0 0 0,-1 0 0,1 0 0,0-1 0,-1 1 0,1 0 0,0 0 0,-1 0 0,0 0 0,1 0 0,-1 0 0,1 1 0,-1-1 0,0 0 0,0 0 0,0 0 0,0 0 0,0 0 0,0 0 0,0 2 0,-1 4 0,0 0 0,0 1 0,-1-1 0,1 0 0,-2 0 0,-4 10 0,3-9 0,-1 0 0,0-1 0,-1 0 0,0 0 0,0 0 0,-1-1 0,1 0 0,-1 0 0,-1 0 0,1-1 0,-1 0 0,0-1 0,0 0 0,-15 5 0,22-8 0,0 0 0,0-1 0,0 1 0,0-1 0,0 0 0,-1 1 0,1-1 0,0 0 0,0 0 0,0 0 0,-1 0 0,1 0 0,0 0 0,0 0 0,-1 0 0,1 0 0,0-1 0,0 1 0,0 0 0,-1-1 0,1 1 0,0-1 0,0 0 0,0 1 0,0-1 0,0 0 0,-1-1 0,-1-1 0,1 0 0,0-1 0,0 1 0,0-1 0,0 1 0,-2-8 0,3 7 0,-1 1 0,1-1 0,-1 1 0,1 0 0,-1 0 0,-4-6 0,5 8 0,1 1 0,-1 0 0,1-1 0,0 1 0,-1-1 0,1 1 0,-1 0 0,1-1 0,-1 1 0,1 0 0,-1 0 0,1-1 0,-1 1 0,1 0 0,-1 0 0,0 0 0,1 0 0,-1 0 0,1 0 0,-1 0 0,1 0 0,-1 0 0,0 0 0,1 0 0,-1 0 0,1 0 0,-1 0 0,1 0 0,-1 0 0,0 1 0,0-1 0,-12 17 0,-1 26 0,4 41 0,3-71 0,0-13 0,-9-17 0,8 7 0,8 10 0,0 0 0,-1 0 0,1 0 0,0 1 0,-1-1 0,1 0 0,0 0 0,0 0 0,-1 0 0,1 1 0,0-1 0,0 0 0,-1 0 0,1 1 0,0-1 0,0 0 0,-1 0 0,1 1 0,0-1 0,0 0 0,0 1 0,0-1 0,0 0 0,-1 0 0,1 1 0,0-1 0,0 0 0,0 1 0,0-1 0,0 0 0,0 1 0,0-1 0,0 1 0,0-1 0,0 0 0,0 1 0,1-1 0,-3 17 0,0 14 0,-1-1 0,-12 48 0,12-130 0,2 23 0,1 14 0,-1-1 0,2 1 0,5-30 0,-6 44 0,0 1 0,0 0 0,0 0 0,0 0 0,0-1 0,0 1 0,0 0 0,0 0 0,0-1 0,0 1 0,0 0 0,0 0 0,1 0 0,-1-1 0,0 1 0,0 0 0,0 0 0,0 0 0,0-1 0,1 1 0,-1 0 0,0 0 0,0 0 0,0 0 0,1 0 0,-1 0 0,0-1 0,0 1 0,1 0 0,-1 0 0,0 0 0,0 0 0,0 0 0,1 0 0,-1 0 0,0 0 0,0 0 0,1 0 0,-1 0 0,0 0 0,0 0 0,1 0 0,-1 0 0,0 0 0,0 0 0,0 1 0,1-1 0,-1 0 0,0 0 0,0 0 0,0 0 0,1 0 0,-1 0 0,0 1 0,0-1 0,0 0 0,1 0 0,14 20 0,10 28 0,-16-23 0,-7-17 0,1 0 0,-1 0 0,1 0 0,1-1 0,0 1 0,0-1 0,5 7 0,-8-13 0,0-1 0,0 1 0,0 0 0,0-1 0,0 1 0,0-1 0,0 1 0,0-1 0,0 0 0,0 0 0,0 1 0,0-1 0,0 0 0,1 0 0,-1 0 0,0 0 0,0 0 0,0 0 0,0 0 0,0-1 0,0 1 0,0 0 0,0 0 0,2-2 0,26-12 0,-24 11 0,1 0 0,0-1 0,-1 0 0,1 0 0,-1 0 0,0-1 0,0 0 0,7-8 0,-11 11 0,0 0 0,1 0 0,-1 0 0,0 0 0,0 0 0,0-1 0,0 1 0,0 0 0,0-1 0,-1 1 0,1 0 0,-1-1 0,0 1 0,1 0 0,-1-1 0,0 1 0,-1-1 0,1 1 0,0 0 0,-1-1 0,1 1 0,-1 0 0,0-1 0,-1-3 0,1 5 0,0 0 0,0 0 0,0 0 0,-1 0 0,1 0 0,0 0 0,0 0 0,0 1 0,-1-1 0,1 0 0,0 1 0,-1-1 0,1 1 0,0-1 0,-1 1 0,1 0 0,-1 0 0,1 0 0,-1-1 0,1 1 0,0 1 0,-1-1 0,1 0 0,-1 0 0,1 0 0,-1 1 0,1-1 0,0 1 0,-2 0 0,-46 19 0,40-16 0,5-2 0,-5 2 0,-1 0 0,1 0 0,-1-1 0,-12 3 0,21-6 0,0 1 0,-1-1 0,1 0 0,-1 0 0,1 1 0,0-1 0,-1 0 0,1 0 0,0-1 0,-1 1 0,1 0 0,-1 0 0,1-1 0,0 1 0,0 0 0,-1-1 0,1 1 0,0-1 0,0 0 0,-1 1 0,1-1 0,0 0 0,0 0 0,0 0 0,0 0 0,0 0 0,0 0 0,0 0 0,0 0 0,1 0 0,-1 0 0,0-1 0,1 1 0,-1 0 0,1 0 0,-1-1 0,1 1 0,0 0 0,-1-3 0,1 1 0,0 0 0,0 0 0,1 1 0,-1-1 0,1 0 0,0 1 0,0-1 0,0 0 0,0 1 0,0-1 0,0 1 0,1-1 0,-1 1 0,1 0 0,0 0 0,0 0 0,0 0 0,0 0 0,0 0 0,0 0 0,0 0 0,0 1 0,1 0 0,-1-1 0,1 1 0,2-1 0,8-4 0,-1 0 0,1 1 0,26-6 0,2 2 0,1 2 0,0 1 0,75 1 0,297 6 0,-1156-1 0,1316 0 0,-562-1 0,0 0 0,0-1 0,0-1 0,0 0 0,0-1 0,15-6 0,-13 4 0,0 1 0,1 1 0,27-5 0,27 5 0,72 5 0,-48 1 0,-90-2 0,1 0 0,-1 0 0,0 0 0,1 1 0,-1-1 0,0 1 0,0 0 0,6 2 0,-9-3 0,0 0 0,1 0 0,-1 0 0,0 1 0,0-1 0,0 0 0,0 0 0,1 0 0,-1 0 0,0 0 0,0 1 0,0-1 0,0 0 0,0 0 0,0 0 0,0 0 0,1 1 0,-1-1 0,0 0 0,0 0 0,0 0 0,0 1 0,0-1 0,0 0 0,0 0 0,0 0 0,0 1 0,0-1 0,0 0 0,0 0 0,0 0 0,0 1 0,0-1 0,0 0 0,0 0 0,-1 0 0,1 1 0,0-1 0,0 0 0,0 0 0,0 0 0,0 1 0,-18 9 0,-7-3 0,0 0 0,-1-2 0,0-1 0,0-1 0,-51 0 0,37-3 0,-66 11 0,52-4 0,0-3 0,-100-4 0,63-1 0,74 3 0,0 0 0,0 2 0,0 0 0,-24 9 0,18-6 0,110-19 0,-26 2 0,90-2 0,-111 12 0,-1-2 0,46-9 0,-17 3-272,-1 3-1,114 6 0,-63 1 90,2102-2 54,-2304-1 1301,-100 3-1214,101 10 42,55-7 0,-44 2 0,61-7 0,0 0 0,0 1 0,0 0 0,0 1 0,0 0 0,0 0 0,1 1 0,-12 5 0,5-1 0,-1-1 0,0 0 0,-1-2 0,1 0 0,-1-1 0,-20 0 0,-118-4 0,67-2 0,13 4 0,-76-3 0,119-5 0,22-1 0,11 8 0,1-1 0,0 1 0,0-1 0,0 1 0,0-1 0,1 1 0,-1-1 0,0 1 0,0-1 0,0 1 0,0-1 0,0 1 0,1-1 0,-1 1 0,0-1 0,0 1 0,1 0 0,-1-1 0,0 1 0,1 0 0,-1-1 0,0 1 0,1 0 0,-1-1 0,0 1 0,1 0 0,-1-1 0,1 1 0,-1 0 0,1 0 0,8-4 0,0 0 0,0 1 0,0 0 0,0 1 0,0 0 0,0 0 0,1 1 0,15 0 0,16-3 0,87-10 0,-1 6 0,132 9 0,-93 1 0,86-2 0,-282 2 0,-49 8 0,-17 2 0,-378-9 0,244-5 0,223 2 0,0 0 0,1-1 0,-1 1 0,1-1 0,-1-1 0,-9-2 0,15 4 0,0-1 0,0 1 0,-1-1 0,1 0 0,0 0 0,0 1 0,0-1 0,0 0 0,0 0 0,0 0 0,0 0 0,0 0 0,1 0 0,-1 0 0,0 0 0,1 0 0,-1-1 0,1 1 0,-1 0 0,1 0 0,-1-1 0,1 1 0,0 0 0,-1 0 0,1-1 0,0 1 0,0 0 0,0-1 0,0 1 0,0 0 0,1-1 0,-1 1 0,0 0 0,1-1 0,-1 1 0,0 0 0,1 0 0,0 0 0,1-3 0,0 0 0,1-1 0,0 1 0,1-1 0,-1 1 0,1 0 0,0 0 0,0 0 0,0 1 0,1 0 0,-1-1 0,1 1 0,-1 1 0,1-1 0,8-2 0,6-3 0,0 1 0,32-7 0,121-39 0,-151 48 0,9-2 0,1 1 0,0 1 0,39-1 0,32 7 0,-306 16 0,109-7 0,18 1 0,46-6 0,-45 2 0,25-5 0,-5 0 0,-71-7 0,126 5 0,0 0 0,0 0 0,0 0 0,1 0 0,-1 0 0,0 0 0,0 0 0,0 0 0,1-1 0,-1 1 0,0 0 0,0 0 0,1-1 0,-1 1 0,0-1 0,0 1 0,1 0 0,-1-1 0,0 0 0,10-6 0,27-2 0,56-4 0,-56 6 0,56-2 0,397 10 0,-478-1 0,0 1 0,0 1 0,19 4 0,-28-6 0,1 1 0,-1 0 0,0-1 0,-1 1 0,1 0 0,0 0 0,0 0 0,0 0 0,0 1 0,-1-1 0,1 0 0,2 3 0,-4-3 0,0 0 0,1 0 0,-1 0 0,0 0 0,1 0 0,-1 0 0,0-1 0,0 1 0,0 0 0,0 0 0,0 0 0,0 0 0,0 0 0,0 0 0,0 0 0,0 0 0,-1 0 0,1 0 0,0 0 0,-1-1 0,1 1 0,0 0 0,-1 0 0,1 0 0,-1 0 0,1-1 0,-1 1 0,0 0 0,0 0 0,-4 3 0,0 0 0,0-1 0,-1 0 0,1 0 0,0 0 0,-1 0 0,0-1 0,0 0 0,1-1 0,-1 1 0,-8 0 0,-19 8 0,-25 12 0,22-7 0,-1-2 0,-71 17 0,89-27 0,-29 5 0,1-1 0,-50-1 0,-47-7 0,144 2 0,0-1 0,-1 0 0,1 0 0,0 0 0,-1 0 0,1 0 0,-1 0 0,1 0 0,0 0 0,-1 0 0,1 0 0,-1 0 0,1 0 0,0 0 0,-1-1 0,1 1 0,0 0 0,-1 0 0,1 0 0,0 0 0,-1-1 0,1 1 0,0 0 0,-1 0 0,1-1 0,0 1 0,-1 0 0,1-1 0,0 1 0,0 0 0,0-1 0,-1 1 0,1 0 0,0-1 0,0 0 0,7-12 0,21-11 0,-14 18 0,0-1 0,0 2 0,1 0 0,-1 0 0,1 2 0,0 0 0,1 0 0,20 0 0,20-4 0,-21 2 0,66 1 0,-100 4 0,0 0 0,1 0 0,-1 0 0,0 0 0,1 0 0,-1 0 0,1 0 0,-1 0 0,0 1 0,0-1 0,1 0 0,-1 1 0,0-1 0,1 1 0,-1 0 0,0-1 0,0 1 0,2 1 0,-3-1 0,0-1 0,0 1 0,0 0 0,0-1 0,0 1 0,0-1 0,0 1 0,0 0 0,0-1 0,0 1 0,0 0 0,0-1 0,0 1 0,0-1 0,-1 1 0,1 0 0,0-1 0,-1 1 0,1-1 0,0 1 0,-1-1 0,1 1 0,0-1 0,-1 1 0,1-1 0,-1 1 0,-5 4 0,1 0 0,-1 0 0,0-1 0,0 1 0,-9 3 0,9-5 0,-1 0 0,0 0 0,0 0 0,0-1 0,0 0 0,-1 0 0,1-1 0,0 0 0,-10 0 0,15-4 0,7-1 0,10-3 0,22 0 0,-1 2 0,1 1 0,0 2 0,65 5 0,-19 0 0,-23-4 0,64 2 0,-121 0 0,0-1 0,0 0 0,0 1 0,0 0 0,0-1 0,0 1 0,0 1 0,0-1 0,0 0 0,0 1 0,-1-1 0,1 1 0,-1 0 0,3 2 0,-4-4 0,-1 1 0,1-1 0,-1 1 0,1 0 0,-1-1 0,0 1 0,1 0 0,-1-1 0,0 1 0,1 0 0,-1-1 0,0 1 0,0 0 0,0 0 0,0-1 0,0 1 0,0 0 0,0-1 0,0 1 0,0 0 0,0 0 0,0-1 0,-1 2 0,1 0 0,-1-1 0,0 1 0,0-1 0,-1 1 0,1-1 0,0 1 0,0-1 0,-1 0 0,1 1 0,0-1 0,-1 0 0,0 0 0,-2 1 0,-2 1 0,-1 1 0,-1-2 0,1 1 0,0-1 0,-1 0 0,1 0 0,-1-1 0,-10 1 0,-67-3 0,50 0 0,-424 0 0,451 1 0,-22-1 0,28 1 0,1 0 0,0 0 0,-1 0 0,1 0 0,0-1 0,-1 1 0,1 0 0,0-1 0,0 1 0,-1-1 0,1 1 0,0-1 0,0 0 0,0 0 0,0 1 0,-2-3 0,3 2 0,0 0 0,0 0 0,0 1 0,0-1 0,0 0 0,0 0 0,1 0 0,-1 0 0,0 1 0,0-1 0,1 0 0,-1 0 0,1 0 0,-1 1 0,1-1 0,-1 0 0,1 1 0,-1-1 0,1 0 0,1 0 0,14-14 0,-2 6 0,0 1 0,0 0 0,0 1 0,1 1 0,29-8 0,-8 4 0,56-6 0,-11 11 0,-61 6 0,1-2 0,-1-1 0,0 0 0,38-11 0,-63 12 0,1 0 0,-1 1 0,0-1 0,0 1 0,0 0 0,-7 1 0,-14 4 0,18-4 0,0 0 0,1 0 0,-1 1 0,1 0 0,-1 0 0,1 1 0,0 0 0,-7 4 0,13-7 3,1 1-1,-1-1 0,1 0 1,-1 0-1,1 1 0,-1-1 1,1 1-1,-1-1 0,1 0 1,-1 1-1,1-1 0,-1 1 0,1-1 1,0 1-1,-1-1 0,1 1 1,0-1-1,-1 1 0,1-1 1,0 1-1,0 0 0,0-1 1,-1 1-1,1-1 0,0 1 1,0 0-1,0-1 0,0 1 1,0 0-1,0-1 0,0 1 1,0-1-1,1 1 0,-1 0 1,0-1-1,0 1 0,0-1 1,1 1-1,-1 0 0,0-1 1,1 1-1,-1-1 0,0 1 1,1-1-1,-1 1 0,1-1 1,-1 1-1,1 0 0,2 1-187,0-1 0,0 1 1,0 0-1,0-1 0,0 0 0,0 1 0,6 0 0,11 2-6641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5T16:04:39.758"/>
    </inkml:context>
    <inkml:brush xml:id="br0">
      <inkml:brushProperty name="width" value="0.05" units="cm"/>
      <inkml:brushProperty name="height" value="0.05" units="cm"/>
      <inkml:brushProperty name="color" value="#FFFFFF"/>
    </inkml:brush>
  </inkml:definitions>
  <inkml:trace contextRef="#ctx0" brushRef="#br0">378 195 24575,'363'0'0,"-357"0"0,-1 0 0,1 1 0,0 0 0,0 0 0,0 0 0,-1 0 0,1 1 0,-1 0 0,1 0 0,-1 0 0,0 1 0,0 0 0,0 0 0,0 0 0,0 0 0,6 8 0,9 5 0,1-1 0,0-1 0,33 17 0,-41-25 0,0-1 0,0 0 0,1 0 0,0-2 0,0 0 0,0 0 0,25 0 0,0-2 0,-25-2 0,-1 1 0,1 0 0,0 1 0,0 1 0,0 0 0,-1 1 0,1 0 0,-1 1 0,22 9 0,-34-13 0,-1 0 0,1 1 0,-1-1 0,0 0 0,1 0 0,-1 0 0,1 0 0,-1 1 0,1-1 0,-1 0 0,0 0 0,1 1 0,-1-1 0,1 0 0,-1 1 0,0-1 0,0 0 0,1 1 0,-1-1 0,0 0 0,1 1 0,-1-1 0,0 1 0,0-1 0,0 0 0,1 1 0,-1-1 0,0 1 0,0-1 0,0 1 0,0-1 0,0 1 0,0 0 0,-15 5 0,-27-3 0,41-3 0,-651-2 0,649 2 0,-42-1 0,42 0 0,0 1 0,0 0 0,0-1 0,0 1 0,0-1 0,0 0 0,0 0 0,0 0 0,1-1 0,-1 1 0,-4-3 0,10 2 0,0 1 0,0 0 0,0 0 0,0 0 0,0 0 0,0 0 0,0 1 0,0-1 0,6 1 0,365-3 0,-192 5 0,78-2 0,-377-1 0,-133 3 0,166 10 0,56-7 0,-44 2 0,-343-7 0,265-1 0,618 1 0,-565 0 0,58 0 0,32 0 0,12 0 0,58 0 0,94-14 0,-19 1 0,-1 1 0,32 3 0,-690 9 0,493-2 0,-53-8 0,51 4 0,-43-1 0,35 7 0,24 1 0,0-1 0,-1 0 0,1-2 0,0 1 0,0-2 0,0 1 0,-24-10 0,11 3 0,-47-9 0,60 15 0,442 5 0,-279-3 0,-162 0 0,-1 0 0,1-1 0,-17-5 0,-31-5 0,-278 8 0,186 6 0,115-1 0,21 0 0,1-1 0,0 0 0,0-1 0,-24-5 0,39 6 0,0 0 0,1 0 0,-1 0 0,0 0 0,1 0 0,-1 0 0,0 0 0,0-1 0,1 1 0,-1 0 0,0-1 0,1 1 0,-1 0 0,1-1 0,-1 1 0,0-1 0,1 1 0,-1-1 0,1 1 0,-1-1 0,1 1 0,0-1 0,-1 0 0,1 1 0,0-1 0,-1-1 0,1 1 0,0 0 0,1 1 0,-1-1 0,1 0 0,-1 0 0,1 0 0,-1 1 0,1-1 0,-1 0 0,1 1 0,0-1 0,-1 0 0,1 1 0,0-1 0,0 1 0,-1-1 0,3 0 0,48-22 0,-41 20 0,17-7 0,0 1 0,1 2 0,0 0 0,0 2 0,57-2 0,-5-4 0,-48 6 0,38-1 0,-6 5 0,238 3 0,-274 5 0,-25-2 0,-15 2 0,-20 2 0,0-2 0,0-2 0,-57 3 0,62-6 0,-55 9 0,49-6 0,-39 2 0,-51-8 0,-58 2 0,163 1 0,0 1 0,1 1 0,-19 5 0,56-6 0,19-4 0,-1-6 0,0-2 0,65-26 0,-86 30 0,1 0 0,-1 1 0,1 0 0,0 2 0,25-1 0,26-3 0,-12-1 0,89 3 0,-13 1 0,-58-9 0,5 0 0,-48 11 0,-25 0 0,-27 2 0,7 0 0,-1 1 0,1 0 0,0 1 0,0 1 0,-20 8 0,18-6 0,-1-1 0,1 0 0,-30 4 0,-38 3 0,45-6 0,-53 2 0,32-6 0,15 0 0,-84-8 0,118 2 0,19-2 0,19-2 0,36-3 0,-24 4 0,74-5 0,-76 11 0,0-1 0,54-10 0,-60 7 0,0 2 0,64 2 0,2-1 0,-70-5 0,-25 2 0,-17-1 0,0 5 0,0 1 0,0 0 0,0 0 0,0 2 0,1-1 0,-16 5 0,-40 4 0,-7-10 0,46-1 0,-49 5 0,68-2 0,1 1 0,-1 0 0,1 1 0,-13 6 0,12-5 0,0-1 0,-1 0 0,-15 4 0,11-5 0,0-1 0,0 0 0,0-1 0,-1-1 0,1 0 0,-29-6 0,44 6 0,0 0 0,0 0 0,0 0 0,1 0 0,-1 0 0,0 0 0,0-1 0,1 1 0,-1 0 0,0-1 0,0 1 0,1 0 0,-1-1 0,0 1 0,1-1 0,-1 1 0,0-1 0,1 1 0,-1-1 0,1 0 0,-1 1 0,1-1 0,-1 0 0,1 1 0,0-1 0,-1 0 0,1 1 0,-1-3 0,2 2 0,-1 0 0,0 0 0,1-1 0,-1 1 0,1 0 0,-1 0 0,1 0 0,0 0 0,-1 0 0,1 0 0,0 0 0,0 0 0,0 0 0,0 0 0,2-1 0,2-3 0,1 1 0,0 0 0,0 0 0,1 1 0,9-4 0,2 0 0,0-1 0,25-15 0,-32 16 0,0 1 0,0 0 0,0 1 0,1 0 0,0 0 0,0 2 0,1-1 0,14-1 0,-27 5 0,0 0 0,0 0 0,0 0 0,0 0 0,0 0 0,0 0 0,0 0 0,0 0 0,0 0 0,0 0 0,0 1 0,-1-1 0,1 0 0,0 0 0,0 0 0,0 0 0,0 0 0,0 0 0,0 0 0,0 0 0,0 0 0,0 0 0,0 0 0,1 0 0,-1 0 0,0 0 0,0 0 0,0 0 0,0 0 0,0 1 0,0-1 0,0 0 0,0 0 0,0 0 0,0 0 0,0 0 0,0 0 0,0 0 0,0 0 0,0 0 0,0 0 0,0 0 0,0 0 0,0 0 0,0 0 0,0 0 0,0 0 0,0 0 0,0 0 0,1 0 0,-1 0 0,0 0 0,0 0 0,0 0 0,-9 5 0,-13 4 0,-28 1 0,11-2 0,0-1 0,-48 1 0,48-7 0,-73 12 0,111-13 0,0 1 0,-1-1 0,1 1 0,-1-1 0,1 0 0,-1 0 0,1 0 0,-1 0 0,1 0 0,-1 0 0,1 0 0,0 0 0,-1-1 0,1 1 0,-1 0 0,-1-2 0,3 2 0,0-1 0,0 1 0,0-1 0,0 1 0,0-1 0,0 1 0,0-1 0,0 1 0,0-1 0,1 1 0,-1-1 0,0 1 0,0-1 0,0 1 0,0 0 0,1-1 0,-1 1 0,0-1 0,0 1 0,1-1 0,-1 1 0,0 0 0,1-1 0,-1 1 0,1 0 0,-1-1 0,0 1 0,1-1 0,5-4 0,0 0 0,1 1 0,-1-1 0,12-4 0,-3 2 0,-21 7 0,-22 5 0,1-3 0,12-2 0,0 1 0,0 1 0,-1 0 0,2 1 0,-1 1 0,-17 6 0,63-4 0,53-5 0,0-2 0,90-15 0,-144 11 0,1 1 0,-1 2 0,1 1 0,45 3 0,-66 3 0,-18 1 0,-21 2 0,-36 4 0,-57 7 0,45-10 0,-91 6 0,0-16 0,195 1 0,24 1 0,1-3 0,75-11 0,-82 7 0,1 2 0,77 3 0,-77 2 0,-43-2 0,0 1 0,0 0 0,0 1 0,0-1 0,0 0 0,0 1 0,0 0 0,0-1 0,0 1 0,3 2 0,-6-3 0,0 0 0,0 0 0,0 0 0,1 1 0,-1-1 0,0 0 0,0 0 0,0 0 0,0 1 0,0-1 0,0 0 0,1 0 0,-1 1 0,0-1 0,0 0 0,0 0 0,0 1 0,0-1 0,0 0 0,0 0 0,0 1 0,0-1 0,0 0 0,0 0 0,0 1 0,0-1 0,0 0 0,0 0 0,-1 1 0,1-1 0,0 0 0,0 0 0,0 0 0,0 1 0,0-1 0,-1 0 0,-15 14 0,-5-2 0,0-1 0,0-1 0,-1-1 0,0-1 0,-1 0 0,-34 5 0,-41 7 0,-36 6 0,318-24 0,124-2 0,-300 0 0,-1 0 0,1 1 0,-1 0 0,0 1 0,1 0 0,7 3 0,-13-5 0,-1 1 0,1-1 0,-1 1 0,1-1 0,-1 1 0,0 0 0,1-1 0,-1 1 0,0 0 0,0 0 0,0 0 0,1 0 0,-1 0 0,0 0 0,0 0 0,0 0 0,-1 1 0,1-1 0,0 0 0,0 1 0,-1-1 0,1 0 0,-1 1 0,1-1 0,-1 1 0,1-1 0,-1 1 0,0-1 0,0 1 0,0-1 0,0 1 0,0-1 0,0 1 0,0-1 0,0 1 0,-1-1 0,0 3 0,0-2 0,0 1 0,-1-1 0,1 0 0,0 0 0,-1 0 0,0-1 0,1 1 0,-1 0 0,0-1 0,0 1 0,0-1 0,0 1 0,0-1 0,0 0 0,0 0 0,-1 0 0,-3 1 0,-48 11 0,27-8 0,-58 9 0,60-11 0,0 2 0,-37 10 0,17-3 0,0-1 0,0-3 0,-62 4 0,44-6 0,18-4 0,34-2 0,1 0 0,-1 0 0,1 1 0,0 1 0,-1 0 0,1 0 0,-10 4 0,17-2 0,9-3 0,12-3 0,25-14 0,1 3 0,0 1 0,1 2 0,77-7 0,-43 6 0,25 1 0,16-3 0,2 3 0,-118 10 0,-49 2 0,-70 11 0,45-6 0,55-7 0,1 1 0,-1 0 0,1 2 0,-1-1 0,1 2 0,-24 8 0,23-6 0,0 0 0,0-1 0,0-1 0,-1 0 0,0-2 0,1 1 0,-1-2 0,0 0 0,0-1 0,0 0 0,-32-6 0,47 6 0,1 0 0,-1 0 0,0 0 0,0-1 0,0 1 0,1 0 0,-1 0 0,0 0 0,0-1 0,1 1 0,-1-1 0,0 1 0,1 0 0,-1-1 0,0 1 0,1-1 0,-1 1 0,1-1 0,-1 1 0,1-1 0,-1 0 0,1 1 0,-1-1 0,1 0 0,-1 1 0,1-1 0,0-1 0,0 1 0,0 0 0,0 0 0,1 0 0,-1 1 0,1-1 0,-1 0 0,0 0 0,1 0 0,0 0 0,-1 0 0,1 1 0,0-1 0,-1 0 0,1 0 0,0 1 0,0-1 0,1 0 0,40-22 0,24-6 0,-47 20 0,1 0 0,33-10 0,7 4 0,0 2 0,1 3 0,92-4 0,-18 2-188,6-1-381,-130 14 569,0-2 0,0 1 0,0-1 0,0-1 0,0 0 0,0-1 0,19-7 0,-11 3-4,1 0 1,0 2 0,0 0 0,0 2 0,36-3 0,106 7 121,-67 2 540,-65-4-658,42-7 0,-39 3 0,-11 6 0,-22-1 0,1 0 0,-1 1 0,1-1 0,-1 0 0,0 0 0,1 0 0,-1 0 0,0 1 0,1-1 0,-1 0 0,0 0 0,0 1 0,1-1 0,-1 0 0,0 0 0,0 1 0,1-1 0,-1 0 0,0 1 0,0-1 0,0 1 0,0-1 0,1 0 0,-1 1 0,0-1 0,0 0 0,0 1 0,-1 1 0,1-1 0,-1 0 0,1 0 0,-1 0 0,0 0 0,0 1 0,1-1 0,-1 0 0,0 0 0,0 0 0,0-1 0,0 1 0,0 0 0,-1 0 0,1-1 0,0 1 0,0 0 0,0-1 0,-1 1 0,1-1 0,0 0 0,0 1 0,-3-1 0,-39 11 0,-1-3 0,-56 5 0,-252-9 0,186-7 0,103 2 0,35-1 0,-41 4 0,206-45 0,-96 34 0,1 1 0,0 2 0,0 2 0,43 1 0,-57 2 0,1-1 0,27-7 0,-25 4 0,40-2 0,255 7 0,-325 0 0,-1 0 0,1 0 0,-1 0 0,1 0 0,-1 0 0,1 0 0,-1 0 0,1 0 0,-1 0 0,1 0 0,-1 0 0,1 0 0,-1 0 0,1 0 0,-1 0 0,1 0 0,-1 1 0,1-1 0,-1 0 0,1 0 0,-1 1 0,1-1 0,-1 0 0,0 1 0,1-1 0,-1 0 0,0 1 0,1-1 0,-1 0 0,0 1 0,1-1 0,-1 1 0,-9 13 0,-24 9 0,15-14 0,0-2 0,-1 0 0,0-1 0,-1-1 0,-33 4 0,26-4 0,-99 8 0,20-3 0,37-4 0,-124-2 0,129-5 0,50-2 0,25-3 0,23-4 0,-16 8 0,1-1 0,-2-1 0,1-1 0,18-7 0,0 0 0,1 0 0,1 3 0,-1 1 0,77-5 0,-35 1 0,-50 7 0,46-2 0,14 7 0,-49 1 0,0-1 0,0-2 0,59-11 0,-114 30 0,-18 7 0,15-15 0,-1-1 0,-1-1 0,1-1 0,-1-1 0,0 0 0,0-1 0,-1-2 0,-33 1 0,-712-5 0,746 3 0,0 1 0,0 1 0,-38 10 0,184-51 0,-52 24 0,74-3 0,-54 6 0,56-3 0,391 15 0,-541-1 0,1 0 0,-1 0 0,1 0 0,-1 0 0,1 0 0,-1 0 0,1 0 0,-1 0 0,1 0 0,-1 0 0,1 0 0,-1 0 0,1 0 0,-1 0 0,1 0 0,-1 0 0,1 1 0,-1-1 0,0 0 0,1 0 0,-1 1 0,1-1 0,-1 0 0,1 0 0,-1 1 0,0-1 0,1 1 0,-1-1 0,0 0 0,1 1 0,-1-1 0,0 1 0,-9 13 0,-24 9 0,19-16 0,0 0 0,-1-2 0,0 1 0,0-2 0,-19 4 0,-80 7 0,-165-12 0,36-2 0,114 16 0,92-11 0,93-24 0,-39 15 0,-1-1 0,1-1 0,22-10 0,32-9 0,-24 14 0,1 2 0,0 3 0,81-1 0,-92 5-1078,56-10 0,22-1 279,265 12 3754,-380 0-2955,1 1 0,-1-1 0,0 0 0,0 0 0,0 0 0,0 0 0,1 0 0,-1 1 0,0-1 0,0 0 0,0 0 0,0 0 0,0 1 0,0-1 0,0 0 0,0 0 0,0 0 0,0 1 0,0-1 0,0 0 0,0 0 0,0 0 0,0 1 0,0-1 0,0 0 0,0 0 0,0 0 0,0 1 0,0-1 0,0 0 0,0 0 0,0 0 0,0 1 0,0-1 0,0 0 0,0 0 0,0 0 0,-1 0 0,1 1 0,0-1 0,0 0 0,0 0 0,0 0 0,-1 0 0,1 0 0,0 1 0,0-1 0,0 0 0,0 0 0,-1 0 0,1 0 0,0 0 0,0 0 0,-1 0 0,-10 11 0,-3-3 0,-1-1 0,-1 0 0,1-1 0,-1 0 0,0-2 0,0 0 0,0 0 0,-25 1 0,-148 14 0,138-14 0,-80-2 0,9-2 0,36 11-1109,58-7 1075,-41 2 0,28-6-63,-6 1 734,-69-6 0,116 4-637,-1 0 0,1 0 0,-1 0 0,1 0 0,0 0 0,-1 0 0,1 0 0,-1 0 0,1 0 0,0 0 0,-1 0 0,1 0 0,0 0 0,-1-1 0,1 1 0,-1 0 0,1 0 0,0 0 0,0 0 0,-1-1 0,1 1 0,0 0 0,-1-1 0,1 1 0,0 0 0,0 0 0,-1-1 0,1 1 0,0 0 0,0-1 0,0 1 0,0 0 0,-1-1 0,1 1 0,0-1 0,0 1 0,0 0 0,0-1 0,0 1 0,0-1 0,11-15 0,24-10 0,-14 19 0,0 0 0,0 1 0,0 1 0,28-3 0,-16 3 0,148-18 0,-117 15 0,1 3 0,110 6 0,-61 1 0,-69-2 0,-43 3 0,-7 3 0,-7 5 0,-1-3 0,-1 0 0,1-1 0,-1-1 0,0 0 0,0-1 0,-1-1 0,0 0 0,0-1 0,-22 2 0,-82 16 0,75-11 0,0-3 0,-59 3 0,-9-11 0,98-2 0,22-2 0,27-7 0,-32 11 0,53-18 0,-36 12 0,1 0 0,0 1 0,0 1 0,25-3 0,47-3 0,-44 4 0,54 0 0,-26 6 0,121 3 0,-196-2 0,0 0 0,0 1 0,0-1 0,0 0 0,0 0 0,-1 1 0,1-1 0,0 1 0,0 0 0,0-1 0,-1 1 0,1 0 0,0 0 0,-1 0 0,1 0 0,-1 1 0,2 0 0,-3-1 0,1-1 0,-1 0 0,0 1 0,0-1 0,0 1 0,0-1 0,0 0 0,0 1 0,0-1 0,1 1 0,-1-1 0,0 1 0,0-1 0,-1 0 0,1 1 0,0-1 0,0 1 0,0-1 0,0 0 0,0 1 0,0-1 0,0 1 0,-1-1 0,1 0 0,0 1 0,-1-1 0,-15 13 0,-13-1 0,-1-2 0,1-1 0,-2-1 0,1-1 0,-41 3 0,37-7 0,22-2 0,1 0 0,-1 0 0,0 2 0,1-1 0,0 1 0,-17 7 0,-2 1 0,0-1 0,-1-1 0,0-2 0,-50 6 0,68-11 0,7-1 0,0 0 0,1 0 0,-1 0 0,0-1 0,0 0 0,0 0 0,0 0 0,0-1 0,1 1 0,-1-2 0,-8-1 0,13 2 0,1 1 0,-1-1 0,1 0 0,-1 1 0,1-1 0,0 0 0,-1 1 0,1-1 0,0 1 0,0-1 0,-1 0 0,1 0 0,0 1 0,0-1 0,0 0 0,0 1 0,0-1 0,0 0 0,0 0 0,0 1 0,0-1 0,0 0 0,0 0 0,1 1 0,-1-1 0,0 0 0,0 1 0,1-1 0,-1 0 0,0 1 0,1-1 0,-1 1 0,1-1 0,-1 1 0,1-1 0,-1 1 0,1-1 0,-1 1 0,2-1 0,23-20 0,13 2 0,52-18 0,-30 14 0,-37 15 0,-1 2 0,1 0 0,26-2 0,-15 2 0,1 1 0,0 2 0,0 1 0,61 5 0,-93-4 0,-1 1 0,0 1 0,0-1 0,1 0 0,-1 0 0,0 1 0,0 0 0,0-1 0,1 1 0,-1 0 0,0 0 0,0 0 0,0 0 0,0 0 0,0 1 0,-1-1 0,1 0 0,0 1 0,-1 0 0,1-1 0,-1 1 0,1 0 0,1 2 0,-3-2 0,0 0 0,1 0 0,-1 0 0,0 0 0,0 0 0,0 0 0,-1 0 0,1 0 0,0 0 0,-1 0 0,1 0 0,-1 0 0,0 0 0,1 0 0,-1 0 0,0 0 0,0 0 0,0-1 0,-1 1 0,1 0 0,0-1 0,-1 1 0,1-1 0,-3 3 0,-7 12 0,26-30 0,-8 7 0,0-1 0,1 1 0,0 0 0,0 1 0,18-11 0,-22 14 0,0 1 0,1-1 0,-1 1 0,1 0 0,0 0 0,-1 1 0,1-1 0,0 1 0,0 0 0,0 1 0,0-1 0,0 1 0,0 0 0,6 0 0,-10 0 0,0 0 0,-1 0 0,1 1 0,0-1 0,0 0 0,0 0 0,-1 0 0,1 1 0,0-1 0,0 0 0,-1 1 0,1-1 0,0 1 0,-1-1 0,1 1 0,0-1 0,-1 1 0,1-1 0,-1 1 0,1 0 0,-1-1 0,1 1 0,-1 0 0,1-1 0,-1 1 0,0 0 0,0 0 0,1-1 0,-1 1 0,0 0 0,0 0 0,0 0 0,1-1 0,-1 1 0,0 0 0,0 0 0,0 0 0,-1 0 0,1-1 0,0 1 0,0 0 0,0 0 0,-1-1 0,1 1 0,0 0 0,-1 0 0,1-1 0,0 1 0,-1 0 0,0 0 0,-2 4 0,0-1 0,0 0 0,0 0 0,-1 0 0,1-1 0,-7 6 0,10-9 0,0 0 0,0 1 0,0-1 0,-1 0 0,1 0 0,0 1 0,0-1 0,0 0 0,0 0 0,-1 0 0,1 0 0,0 1 0,0-1 0,0 0 0,-1 0 0,1 0 0,0 0 0,0 0 0,-1 1 0,1-1 0,0 0 0,0 0 0,-1 0 0,1 0 0,0 0 0,-1 0 0,1 0 0,0 0 0,0 0 0,-1 0 0,1 0 0,0 0 0,0 0 0,-1 0 0,1 0 0,0-1 0,0 1 0,-1 0 0,1 0 0,0 0 0,-1 0 0,4-13 0,13-17 0,-14 27 0,0-1 0,1 1 0,0 0 0,-1 0 0,1 1 0,0-1 0,1 0 0,-1 1 0,0 0 0,1 0 0,-1 0 0,1 0 0,6-2 0,-8 3 0,0 1 0,0 0 0,0 0 0,0 0 0,0 0 0,0 0 0,0 0 0,0 1 0,0-1 0,-1 0 0,1 1 0,0 0 0,0-1 0,0 1 0,0 0 0,-1 0 0,1 0 0,0 0 0,-1 0 0,1 1 0,-1-1 0,1 0 0,-1 1 0,0-1 0,1 1 0,-1-1 0,0 1 0,0 0 0,1 2 0,-2-4 0,16 21 0,-16-21 0,1 0 0,-1 0 0,1 0 0,-1 0 0,0 0 0,1 1 0,-1-1 0,1 0 0,-1 0 0,1 0 0,-1 0 0,1 0 0,-1 0 0,1-1 0,-1 1 0,1 0 0,-1 0 0,0 0 0,1 0 0,-1 0 0,1-1 0,-1 1 0,1 0 0,-1 0 0,0-1 0,1 1 0,-1 0 0,0-1 0,1 1 0,-1 0 0,0-1 0,1 1 0,-1-1 0,0 1 0,0 0 0,0-1 0,1 1 0,-1-1 0,0 1 0,0-1 0,0 1 0,0-1 0,0 1 0,0 0 0,0-1 0,0 1 0,0-1 0,1-1 0,1-4 0,0 0 0,0 1 0,1 0 0,0-1 0,6-7 0,-9 12 0,1 0 0,-1 1 0,1-1 0,-1 1 0,1 0 0,-1-1 0,1 1 0,-1-1 0,1 1 0,0 0 0,-1-1 0,1 1 0,0 0 0,-1 0 0,1 0 0,0-1 0,-1 1 0,1 0 0,0 0 0,-1 0 0,1 0 0,0 0 0,0 0 0,0 1 0,1 0 0,-1-1 0,0 1 0,1 0 0,-1 0 0,0 0 0,0 0 0,0 0 0,0 0 0,0 0 0,0 0 0,0 0 0,0 0 0,0 1 0,1 1 0,2 7 0,0 0 0,0 0 0,-1 0 0,0 0 0,-1 1 0,0-1 0,-1 1 0,0 0 0,-1 16 0,6 43 0,-5-63 0,6 28 0,-3-29 0,-3-23 0,0 12 0,0-4 0,-1-1 0,0 1 0,0 0 0,-1-1 0,0 1 0,-1 0 0,1 0 0,-2 0 0,-6-18 0,9 27 0,-1-1 0,1 1 0,0 0 0,0-1 0,-1 1 0,1-1 0,0 1 0,-1 0 0,1-1 0,-1 1 0,1 0 0,0-1 0,-1 1 0,1 0 0,-1 0 0,1-1 0,-1 1 0,1 0 0,-1 0 0,1 0 0,-1 0 0,1 0 0,-1 0 0,1-1 0,-1 1 0,1 0 0,-1 1 0,1-1 0,-1 0 0,1 0 0,-1 0 0,1 0 0,-1 0 0,1 0 0,-1 1 0,1-1 0,-1 0 0,1 0 0,0 1 0,-1-1 0,1 0 0,-1 1 0,1-1 0,0 0 0,-1 1 0,1-1 0,0 0 0,-1 1 0,1-1 0,-1 2 0,0 0 0,-1 0 0,1 0 0,0 0 0,-1 0 0,1 0 0,0 1 0,0-1 0,1 0 0,-1 1 0,0 2 0,1 32 0,1-30 0,0-1 0,-1 1 0,0 0 0,-1 0 0,1 0 0,-1-1 0,-4 13 0,5-19 0,0 0 0,0 1 0,0-1 0,0 0 0,-1 1 0,1-1 0,0 0 0,0 0 0,0 0 0,-1 1 0,1-1 0,0 0 0,0 0 0,0 0 0,-1 1 0,1-1 0,0 0 0,0 0 0,-1 0 0,1 0 0,0 0 0,-1 0 0,1 0 0,0 1 0,0-1 0,-1 0 0,1 0 0,0 0 0,-1 0 0,1 0 0,0 0 0,0-1 0,-1 1 0,1 0 0,0 0 0,-1 0 0,1 0 0,0 0 0,0 0 0,-1 0 0,1 0 0,0-1 0,0 1 0,-1 0 0,1 0 0,0 0 0,0-1 0,0 1 0,-1 0 0,1 0 0,0-1 0,0 1 0,0 0 0,0 0 0,0-1 0,-1 1 0,-11-20 0,9 15 0,-7-10 0,2 5 0,1-1 0,0 0 0,1-1 0,0 0 0,1 0 0,0 0 0,1-1 0,-3-12 0,22 80 0,27 67 0,-32-107 0,-4-24 0,-3-37 0,-3 29 0,1 14 0,0-1 0,0 0 0,0 1 0,0-1 0,0 0 0,1 1 0,0 0 0,0-1 0,0 1 0,2-4 0,-3 6 0,0 1 0,0-1 0,-1 0 0,1 0 0,0 1 0,0-1 0,0 0 0,-1 1 0,1-1 0,0 1 0,0-1 0,0 1 0,0 0 0,0-1 0,0 1 0,0 0 0,0 0 0,0-1 0,0 1 0,0 0 0,0 0 0,1 0 0,-1 0 0,0 1 0,0-1 0,0 0 0,0 0 0,0 0 0,0 1 0,0-1 0,0 1 0,0-1 0,-1 1 0,1-1 0,0 1 0,0-1 0,0 1 0,0 0 0,-1 0 0,2 1 0,4 3 0,0 0 0,-1 1 0,0 0 0,0 0 0,0 0 0,4 8 0,-7-10 0,-1-1 0,0 1 0,0 0 0,0-1 0,0 1 0,-1 0 0,0-1 0,1 1 0,-1 0 0,0-1 0,-1 1 0,1 0 0,-1-1 0,0 1 0,-1 4 0,2-6 0,0-1 0,0 0 0,-1 1 0,1-1 0,0 0 0,-1 1 0,1-1 0,-1 0 0,1 0 0,-1 0 0,0 0 0,1 1 0,-1-1 0,0 0 0,0 0 0,0 0 0,0 0 0,0-1 0,0 1 0,0 0 0,0 0 0,0 0 0,-2 0 0,2-1 0,-1 0 0,1 0 0,0-1 0,0 1 0,0-1 0,0 1 0,-1 0 0,1-1 0,0 0 0,0 1 0,0-1 0,0 0 0,0 1 0,1-1 0,-1 0 0,0 0 0,0 0 0,0 0 0,1 0 0,-2-1 0,-4-7 0,1 0 0,0 0 0,0 0 0,-5-16 0,-40-127 0,49 149 0,0 1 0,0-1 0,0 0 0,-1 1 0,1-1 0,-1 1 0,0 0 0,0-1 0,1 1 0,-1 0 0,-1 0 0,1 0 0,0 1 0,0-1 0,-1 0 0,-2-1 0,4 3 0,0 0 0,0-1 0,0 1 0,0 0 0,0 0 0,0 0 0,0 0 0,0 0 0,0 0 0,1 0 0,-1 0 0,0 0 0,0 0 0,0 0 0,0 0 0,0 1 0,0-1 0,0 1 0,-2 0 0,2 0 0,-1 0 0,1 1 0,-1-1 0,1 1 0,0-1 0,-1 1 0,1 0 0,0-1 0,0 1 0,0 0 0,0 0 0,1 0 0,-2 2 0,-27 108 0,2-10 0,17-76 0,-1-1 0,-21 34 0,9-19 0,22-38 0,-12 18 0,8-20 0,1-13 0,0-40 0,5-78 0,2 45 0,-3 84 0,2-32 0,-2 32 0,0 1 0,1-1 0,-1 1 0,0 0 0,1-1 0,-1 1 0,1 0 0,-1-1 0,1 1 0,0 0 0,0 0 0,-1 0 0,1-1 0,0 1 0,0 0 0,0 0 0,0 0 0,0 0 0,1 1 0,1-2 0,-3 1 0,1 1 0,0 0 0,-1 0 0,1 0 0,0 1 0,-1-1 0,1 0 0,0 0 0,-1 0 0,1 0 0,0 1 0,-1-1 0,1 0 0,0 0 0,-1 1 0,1-1 0,-1 1 0,1-1 0,-1 0 0,1 1 0,-1-1 0,1 1 0,-1-1 0,0 1 0,1 0 0,-1-1 0,0 1 0,1-1 0,-1 1 0,0 0 0,0-1 0,1 1 0,-1-1 0,0 2 0,7 24 0,-7-26 0,2 19 0,0 0 0,-2 0 0,0 0 0,-2 0 0,0 0 0,-5 23 0,1-11 0,0 35 0,5-41 0,2-17 0,-1-1 0,0 1 0,0 0 0,-1 0 0,0-1 0,-1 1 0,0-1 0,-2 9 0,4-16 0,0-1 0,0 1 0,0 0 0,0 0 0,0 0 0,-1-1 0,1 1 0,0 0 0,0 0 0,0 0 0,0-1 0,0 1 0,0 0 0,0 0 0,0 0 0,0 0 0,0-1 0,-1 1 0,1 0 0,0 0 0,0 0 0,0 0 0,0 0 0,0 0 0,-1-1 0,1 1 0,0 0 0,0 0 0,0 0 0,0 0 0,-1 0 0,1 0 0,0 0 0,0 0 0,0 0 0,-1 0 0,1 0 0,0 0 0,0 0 0,0 0 0,-1 0 0,1 0 0,0 0 0,0 0 0,0 0 0,-1 0 0,1 0 0,0 0 0,0 0 0,0 0 0,0 1 0,-1-1 0,1 0 0,0 0 0,0 0 0,0 0 0,0 0 0,0 0 0,-1 1 0,1-1 0,0 0 0,-3-18 0,-1-18 0,2 0 0,2 1 0,4-44 0,-1 66 0,1-1 0,0 1 0,9-20 0,6-20 0,-16 47 0,-1 11 0,1 24 0,4 22 0,-6-50 0,-1-1 0,0 1 0,0-1 0,0 0 0,0 1 0,0-1 0,0 0 0,0 1 0,1-1 0,-1 0 0,0 1 0,0-1 0,0 0 0,1 1 0,-1-1 0,0 0 0,1 0 0,-1 1 0,0-1 0,0 0 0,1 0 0,-1 1 0,0-1 0,1 0 0,-1 0 0,1 0 0,-1 0 0,0 0 0,1 0 0,-1 0 0,0 0 0,1 0 0,0 0 0,10-10 0,5-23 0,-15 29 0,89-168 0,-90 171 0,0 1 0,0-1 0,0 1 0,0-1 0,0 1 0,0-1 0,1 0 0,-1 1 0,0-1 0,0 1 0,1-1 0,-1 1 0,0 0 0,1-1 0,-1 1 0,0-1 0,1 1 0,-1-1 0,1 1 0,-1 0 0,1-1 0,-1 1 0,1 0 0,-1 0 0,1-1 0,-1 1 0,1 0 0,-1 0 0,1 0 0,-1 0 0,1 0 0,-1-1 0,1 1 0,0 0 0,0 1 0,0 0 0,0 0 0,0 0 0,0 0 0,0 0 0,-1 0 0,1 0 0,0 0 0,-1 1 0,1-1 0,-1 0 0,1 0 0,-1 3 0,9 42 0,-7 173 0,-3-129 0,-1-101 0,0-1 0,0 1 0,-1-1 0,-1 1 0,0 0 0,0 1 0,-10-17 0,-4-14 0,-41-84 0,59 125 0,-1 0 0,1-1 0,0 1 0,0 0 0,0-1 0,0 1 0,-1 0 0,1-1 0,0 1 0,0 0 0,0 0 0,-1-1 0,1 1 0,0 0 0,-1 0 0,1-1 0,0 1 0,0 0 0,-1 0 0,1 0 0,0 0 0,-1-1 0,1 1 0,-1 0 0,1 0 0,0 0 0,-1 0 0,1 0 0,0 0 0,-1 0 0,1 0 0,0 0 0,-1 0 0,1 0 0,-1 0 0,1 0 0,0 0 0,-1 1 0,1-1 0,0 0 0,-1 0 0,1 0 0,-16 18 0,-5 27 0,14-10 0,4-19 0,2-43 0,2 13 0,-1 5 0,1 1 0,-2-1 0,1 0 0,-1 0 0,-3-12 0,3 19 0,1-1 0,-1 1 0,0 0 0,-1-1 0,1 1 0,0 0 0,-1 0 0,1 0 0,-1 0 0,1 1 0,-1-1 0,0 0 0,0 0 0,0 1 0,0 0 0,0-1 0,0 1 0,0 0 0,0 0 0,-1 0 0,1 0 0,0 0 0,-1 1 0,-2-2 0,-23-1 0,0 0 0,0 2 0,0 1 0,-29 4 0,-19 0 0,45-2 0,-45 9 0,44-6 0,-42 2 0,-420-6 0,300-2 0,591 1 0,-385 1 0,1 0 0,-1 1 0,-1 1 0,1 0 0,0 0 0,15 8 0,-13-5 0,0-1 0,0-1 0,29 5 0,-13-7 0,33-3 0,-41 0 0,1 1 0,-1 1 0,26 4 0,-30 2 0,-27-1 0,-31-1 0,11-7 0,-37-7 0,36 4 0,-37-2 0,32 7 0,22 1 0,1-1 0,-1 0 0,0-1 0,-16-4 0,19-1 0,19 0 0,20 0 0,233 2 0,-150 6 0,-87-5 0,-25 2 0,0 1 0,0 0 0,-1-1 0,1 1 0,0-1 0,0 1 0,0 0 0,-1-1 0,1 1 0,0 0 0,0 0 0,-1-1 0,1 1 0,0 0 0,-1-1 0,1 1 0,0 0 0,-1 0 0,1 0 0,0-1 0,-1 1 0,1 0 0,-1 0 0,1 0 0,0 0 0,-1 0 0,1 0 0,-1 0 0,0 0 0,-48-12 0,-95 9 0,99 4 0,-1-3 0,-80-11 0,79 7 0,25 2 0,53 4 0,695 0 0,-1460 0 0,717-1 0,1-1 0,-1 0 0,1-2 0,0 0 0,-17-7 0,13 5 0,0 0 0,-38-5 0,-108 10 0,162 1 0,47 1 0,76 13 0,-77-9 0,0-2 0,50-3 0,27 2 0,-35 10 0,-54-7 0,41 2 0,302-7 0,-241-1 0,-146 1 0,-72 0 0,-121 15 0,126-7 0,-153-5 0,123-4 0,107 0 0,0 1 0,-1 0 0,1 0 0,0 0 0,-1 1 0,1-1 0,0 1 0,-1 0 0,1 0 0,0 1 0,0-1 0,0 1 0,0 0 0,1 0 0,-8 5 0,11-7 0,-1 1 0,1-1 0,0 0 0,-1 1 0,1-1 0,0 0 0,-1 1 0,1-1 0,0 0 0,0 1 0,0-1 0,-1 1 0,1-1 0,0 1 0,0-1 0,0 0 0,0 1 0,0-1 0,0 1 0,0-1 0,0 1 0,0-1 0,0 1 0,0-1 0,0 0 0,0 1 0,0-1 0,0 1 0,0-1 0,0 1 0,1 0 0,13 7 0,22-1 0,-35-7 0,89 5 0,95-6 0,-53-2 0,-73 2 0,-32-1 0,1 2 0,-1 1 0,40 6 0,-48 0 0,-29-1 0,-30 0 0,-12-3 0,0-2 0,0-3 0,-92-14 0,113 11 0,-1 2 0,-63 2 0,-4-1 0,71-5 0,25 1 0,17 1 0,25-1 0,0 3 0,0 1 0,46 5 0,-12-1 0,-36 0 0,52 9 0,29 2 0,165-14 0,-766 1 0,447-1 0,-55-11 0,-26-1 0,-166 14 0,396-3 0,134 5 0,-165 9 0,-55-7 0,46 3 0,54-9 0,52 2 0,-152 6 0,-24-1 0,-17-1 0,-27 0 0,0-1 0,0-2 0,-56-5 0,11 1 0,-1 3 0,-48-2 0,216 13 0,107 1 0,-88-15 0,104 3 0,-177 3 0,-26-4 0,-1 0 0,1 0 0,0 0 0,0 0 0,0 0 0,0 0 0,0 1 0,0-1 0,0 0 0,0 1 0,0-1 0,-1 0 0,1 1 0,0-1 0,0 1 0,0-1 0,-1 1 0,1 0 0,0-1 0,-1 1 0,1 0 0,-1-1 0,2 2 0,-5 0 0,0-1 0,0 1 0,0-1 0,0 0 0,0 0 0,0-1 0,0 1 0,-1-1 0,1 1 0,0-1 0,0 0 0,-6-1 0,3 1 0,-446 3 0,235-5 0,1030 2 0,-1456 0 0,635 0 0,0-1 0,0 0 0,-1 0 0,-14-5 0,22 6 0,0 0 0,0 0 0,0-1 0,1 1 0,-1 0 0,0 0 0,0-1 0,0 1 0,0 0 0,1-1 0,-1 1 0,0-1 0,0 1 0,1-1 0,-1 1 0,0-1 0,1 0 0,-1 1 0,0-1 0,1 0 0,-1 1 0,1-1 0,-1 0 0,1 0 0,0 0 0,-1 1 0,1-1 0,0 0 0,0 0 0,-1 0 0,1 0 0,0 0 0,0 0 0,0 0 0,0 1 0,0-1 0,0 0 0,0 0 0,0 0 0,1 0 0,-1 0 0,0 0 0,1 1 0,-1-1 0,0 0 0,1 0 0,-1 0 0,1 1 0,-1-1 0,1 0 0,-1 0 0,1 1 0,0-1 0,-1 1 0,1-1 0,0 0 0,-1 1 0,2-1 0,4-4 0,-1 0 0,1 1 0,0 0 0,0 0 0,1 1 0,-1 0 0,1 0 0,-1 0 0,12-3 0,6 1 0,37-4 0,-1 1 0,-2 1 0,0 2 0,79 4 0,-91 2 0,-69-2 0,0 1 0,0 2 0,0 0 0,0 1 0,-34 10 0,26-4 0,-1-2 0,0 0 0,0-3 0,-1-1 0,-56-1 0,47 3 0,34-4 0,0 0 0,0 0 0,0 0 0,-15-2 0,22 1 0,1 0 0,-1 0 0,0 0 0,1 0 0,-1 0 0,1 0 0,-1 0 0,1-1 0,-1 1 0,1 0 0,-1 0 0,1 0 0,-1-1 0,1 1 0,-1 0 0,1-1 0,-1 1 0,1 0 0,0-1 0,-1 1 0,1-1 0,-1 0 0,6-7 0,21-5 0,-15 11 0,55-16 0,135-17 0,-160 32 0,1 1 0,48 5 0,-74 2 0,-16-5 0,0 0 0,0 0 0,0 1 0,0-1 0,0 0 0,1 0 0,-1 0 0,0 0 0,0 0 0,0 1 0,0-1 0,0 0 0,0 0 0,0 0 0,0 0 0,0 1 0,0-1 0,0 0 0,0 0 0,0 0 0,0 1 0,0-1 0,0 0 0,0 0 0,0 0 0,0 0 0,0 0 0,0 1 0,-1-1 0,1 0 0,0 0 0,0 0 0,0 0 0,0 0 0,0 1 0,0-1 0,0 0 0,-1 0 0,1 0 0,0 0 0,0 0 0,0 0 0,-28 15 0,16-10 0,-5 3 0,0 0 0,-1-2 0,1 0 0,-2-1 0,1-1 0,0 0 0,-1-1 0,0-2 0,1 0 0,-26-1 0,22 1 0,0 1 0,-29 6 0,37-4 0,0-1 0,0-1 0,0-1 0,0 0 0,-1 0 0,1-2 0,-27-3 0,41 4 0,0 0 0,0 0 0,0 0 0,-1 0 0,1 0 0,0 0 0,0 0 0,-1 0 0,1 0 0,0 0 0,0 0 0,-1 0 0,1 0 0,0 0 0,0 0 0,-1 0 0,1 0 0,0 0 0,0 0 0,0 0 0,-1-1 0,1 1 0,0 0 0,0 0 0,0 0 0,-1 0 0,1 0 0,0-1 0,0 1 0,0 0 0,0 0 0,0 0 0,0-1 0,-1 1 0,1 0 0,0 0 0,0-1 0,0 1 0,0 0 0,0 0 0,0 0 0,0-1 0,0 1 0,0 0 0,0 0 0,0-1 0,0 1 0,0 0 0,0 0 0,0-1 0,0 1 0,0 0 0,1-1 0,15-8 0,28-4 0,-11 7 0,-1 1 0,66 0 0,-58 4 0,56-8 0,-5-2 0,0 5 0,133 6 0,-95 3 0,-180-4 0,27-1 0,-1 2 0,0 0 0,0 2 0,0 1 0,0 1 0,-31 9 0,30-5 0,0-1 0,0-1 0,0-2 0,-37 3 0,-109-7 0,81-2 0,85 2 0,2 1 0,0-1 0,0 0 0,0 0 0,0 0 0,0-1 0,0 1 0,0-1 0,-1 0 0,2 0 0,-1 0 0,0-1 0,0 1 0,0-1 0,-4-3 0,7 4 0,1 1 0,0 0 0,-1-1 0,1 1 0,0-1 0,-1 1 0,1-1 0,0 1 0,0-1 0,0 1 0,0-1 0,0 1 0,-1-1 0,1 0 0,0 1 0,0-1 0,0 1 0,0-1 0,0 1 0,1-1 0,-1 1 0,0-1 0,0 1 0,0-1 0,0 1 0,1-1 0,-1 1 0,0-1 0,0 1 0,1-1 0,-1 1 0,0-1 0,1 1 0,-1 0 0,0-1 0,1 1 0,-1 0 0,1-1 0,-1 1 0,1 0 0,-1-1 0,1 1 0,-1 0 0,2-1 0,27-12 0,-23 10 0,9-2 0,-1 0 0,31-6 0,-30 9 0,-1-2 0,1 0 0,19-8 0,-20 5 0,0 2 0,30-8 0,-41 12 0,1 0 0,-1 0 0,1 0 0,0 1 0,-1 0 0,1 0 0,-1 0 0,1 0 0,-1 0 0,1 1 0,0-1 0,-1 1 0,1 0 0,-1 0 0,0 0 0,1 1 0,-1-1 0,5 4 0,-8-5 0,0 0 0,1 1 0,-1-1 0,0 0 0,1 1 0,-1-1 0,0 1 0,1-1 0,-1 0 0,0 1 0,0-1 0,1 1 0,-1-1 0,0 1 0,0-1 0,0 1 0,0-1 0,0 1 0,0-1 0,0 1 0,0-1 0,0 1 0,0-1 0,0 1 0,0-1 0,0 1 0,0-1 0,0 1 0,0-1 0,-1 1 0,1-1 0,0 1 0,-1 0 0,-15 14 0,-26 5 0,-16-8 0,46-11 0,0 1 0,0 1 0,0 0 0,-17 7 0,12-3 0,0-1 0,-1-1 0,1 0 0,-1-2 0,0 0 0,0-1 0,-1-1 0,1 0 0,0-1 0,-21-4 0,39 4 0,-1 0 0,0 1 0,1-1 0,-1 0 0,1 0 0,-1 0 0,1 0 0,-1 0 0,1 0 0,-1-1 0,0 1 0,1 0 0,-1 0 0,1 0 0,-1 0 0,1-1 0,-1 1 0,1 0 0,-1-1 0,1 1 0,-1 0 0,1-1 0,0 1 0,-1 0 0,1-1 0,0 1 0,-1-1 0,1 1 0,0-1 0,-1 1 0,1-1 0,0 0 0,14-10 0,30-5 0,-19 10 0,1 1 0,0 2 0,36-1 0,77 5 0,-79 1 0,-910-2 0,843 0 0,-25-1 0,31 1 0,0 0 0,-1 0 0,1 0 0,0 0 0,0 0 0,-1 0 0,1-1 0,0 1 0,0-1 0,0 1 0,0-1 0,-1 1 0,1-1 0,0 1 0,0-1 0,0 0 0,0 0 0,-1-1 0,2 1 0,1 1 0,-1-1 0,0 1 0,1-1 0,-1 1 0,1-1 0,-1 1 0,1-1 0,-1 1 0,0-1 0,1 1 0,0 0 0,-1-1 0,1 1 0,-1 0 0,1-1 0,-1 1 0,1 0 0,0 0 0,-1 0 0,1-1 0,0 1 0,-1 0 0,1 0 0,0 0 0,-1 0 0,2 0 0,21-3 0,298-2 0,-174 7 0,-80-2 0,79 1 0,-142-1 0,1 1 0,-1 0 0,0 0 0,0 0 0,0 0 0,6 3 0,-10-4 0,1 0 0,-1 0 0,0 0 0,0 0 0,0 0 0,0 1 0,1-1 0,-1 0 0,0 0 0,0 0 0,0 0 0,0 0 0,1 0 0,-1 0 0,0 0 0,0 1 0,0-1 0,0 0 0,0 0 0,0 0 0,1 0 0,-1 0 0,0 1 0,0-1 0,0 0 0,0 0 0,0 0 0,0 1 0,0-1 0,0 0 0,0 0 0,0 0 0,0 0 0,0 1 0,0-1 0,0 0 0,0 0 0,0 0 0,0 1 0,0-1 0,0 0 0,0 0 0,0 0 0,0 0 0,0 1 0,-1-1 0,-18 5 0,-67 1 0,-104-7 0,65-1 0,25 2 0,108 1 0,-1 0 0,1 0 0,0 1 0,0 1 0,-1-1 0,1 1 0,7 5 0,31 9 0,-24-12 0,1-2 0,37 1 0,-34-2 0,43 6 0,-15-1 0,-39-6 0,-1 1 0,28 6 0,-42-8 0,1 0 0,-1 0 0,0 0 0,0 0 0,1 0 0,-1 0 0,0 0 0,0 0 0,1 0 0,-1 0 0,0 0 0,0 0 0,1 0 0,-1 0 0,0 0 0,0 0 0,1 0 0,-1 0 0,0 0 0,0 1 0,0-1 0,1 0 0,-1 0 0,0 0 0,0 0 0,0 0 0,1 1 0,-1-1 0,0 0 0,0 0 0,0 0 0,0 1 0,0-1 0,1 0 0,-1 0 0,0 1 0,0-1 0,0 0 0,0 0 0,0 0 0,0 1 0,0-1 0,0 0 0,0 0 0,0 1 0,0-1 0,0 0 0,0 0 0,0 1 0,0-1 0,0 0 0,0 1 0,-17 5 0,-28 0 0,-451-4 0,249-4 0,233 2 0,3 1 0,0-1 0,0-1 0,-14-2 0,23 3 0,0 0 0,1 0 0,-1-1 0,0 1 0,1-1 0,-1 1 0,0-1 0,1 0 0,-1 0 0,0 1 0,1-1 0,0 0 0,-1 0 0,1-1 0,-1 1 0,1 0 0,0 0 0,0-1 0,0 1 0,0 0 0,0-1 0,0 1 0,0-1 0,0 0 0,1 1 0,-1-1 0,0-2 0,1 2 0,0 1 0,0 0 0,0-1 0,0 1 0,1-1 0,-1 1 0,0 0 0,1-1 0,-1 1 0,1 0 0,0-1 0,-1 1 0,1 0 0,0 0 0,0 0 0,0 0 0,-1-1 0,1 1 0,1 0 0,-1 1 0,0-1 0,0 0 0,0 0 0,0 0 0,1 1 0,-1-1 0,0 0 0,0 1 0,1 0 0,-1-1 0,1 1 0,1-1 0,50-6 0,-50 6 0,278 0 0,-127 4 0,427-3-777,-573 0 733,-5-1 99,1 1 0,-1 0 0,0 0-1,1 0 1,-1 0 0,1 0 0,-1 1-1,1 0 1,-1-1 0,0 1-1,1 1 1,-1-1 0,0 0 0,4 3-1,-7-4-54,-1 1 0,1 0 0,0-1 0,-1 1 0,1-1 0,-1 1 0,1-1 0,0 1 0,-1-1 0,1 0 0,-1 1 0,1-1 0,-1 1 0,0-1 0,1 0 0,-1 1 0,1-1 0,-1 0 0,1 0 0,-1 0 0,0 1 0,1-1 0,-1 0 0,0 0 0,1 0 0,-1 0 0,0 0 0,0 0 0,-23 4 0,-276 1 0,164-8 0,-383 3 0,512 0 0,-25 0 0,31 0 0,0 0 0,-1 0 0,1 0 0,0-1 0,0 1 0,-1 0 0,1 0 0,0-1 0,0 1 0,0-1 0,0 1 0,0-1 0,-1 1 0,1-1 0,0 0 0,0 0 0,0 1 0,-1-3 0,2 3 0,0-1 0,1 1 0,-1-1 0,0 1 0,0-1 0,0 1 0,1 0 0,-1-1 0,0 1 0,1 0 0,-1-1 0,0 1 0,1 0 0,-1-1 0,1 1 0,-1 0 0,0-1 0,1 1 0,-1 0 0,1 0 0,-1 0 0,1-1 0,-1 1 0,1 0 0,-1 0 0,1 0 0,-1 0 0,1 0 0,0 0 0,21-5 0,-19 5 0,50-10 0,0 2 0,1 2 0,71 3 0,-45 4 0,116-2 0,-112-11 0,-55 7 0,37-2 0,-51 9 0,-35 4 0,-37 5 0,-36-8 0,61-3 0,-36 5 0,56-3-84,1 1 0,0 0-1,1 1 1,-12 6 0,10-5-9,1-1 0,-1 0 1,-13 3-1,-19-1 307,0-3 0,-87-4 0,49-2-64,78 3-150,1 0 0,-1 0 0,0 0 0,1-1 0,-1 0 0,1 0 0,-7-2 0,10 3 0,0 0 0,0 0 0,0 0 0,0 0 0,-1 0 0,1 0 0,0 0 0,0 0 0,0 0 0,0-1 0,0 1 0,-1 0 0,1 0 0,0 0 0,0 0 0,0 0 0,0 0 0,0-1 0,0 1 0,0 0 0,0 0 0,-1 0 0,1 0 0,0-1 0,0 1 0,0 0 0,0 0 0,0 0 0,0 0 0,0-1 0,0 1 0,0 0 0,0 0 0,0 0 0,0 0 0,0-1 0,0 1 0,0 0 0,1 0 0,-1 0 0,0 0 0,0-1 0,0 1 0,0 0 0,0 0 0,0 0 0,18-8 0,18-2 0,1 2 0,44-5 0,-9 3 0,40-3 0,-99 12 0,1-1 0,0-1 0,-1 0 0,0-1 0,16-7 0,-18 6 0,0 1 0,1 0 0,0 1 0,0 0 0,0 1 0,0 0 0,15 0 0,-15 5 0,-11 3 0,-2-5 0,0 0 0,0-1 0,-1 1 0,1 0 0,0 0 0,0 0 0,0-1 0,-1 1 0,1-1 0,0 1 0,-1-1 0,1 1 0,-3 0 0,-28 4 0,-51 1 0,47-4 0,-40 6 0,19-1 0,-1-2 0,-106-6 0,61-1 0,20 2 0,83 1 0,-1-1 0,1 0 0,0 0 0,-1 0 0,1 0 0,0 0 0,-1 0 0,1 0 0,0 0 0,-1 0 0,1 1 0,0-1 0,-1-1 0,1 1 0,0 0 0,-1 0 0,1 0 0,0 0 0,-1 0 0,1 0 0,0 0 0,-1 0 0,1 0 0,0-1 0,-1 1 0,1 0 0,0 0 0,0 0 0,-1-1 0,1 1 0,0 0 0,0 0 0,-1-1 0,1 1 0,0 0 0,0-1 0,0 1 0,0 0 0,-1-1 0,1 1 0,0 0 0,0-1 0,0 1 0,0 0 0,0-1 0,0 1 0,0 0 0,0-1 0,0 1 0,0 0 0,0-1 0,0 1 0,0 0 0,0-1 0,0 1 0,0 0 0,1-1 0,-1 1 0,0 0 0,0-1 0,0 1 0,1 0 0,-1 0 0,0-1 0,19-16 0,2 8 0,0 1 0,0 0 0,0 2 0,30-6 0,93-7 0,-121 17 0,47-4 0,55-8 0,-91 9 0,56 0 0,-123 20 0,-7-8 0,-1-3 0,0-1 0,-79-4 0,41-1 0,-4 3 0,35 1 0,-67-6 0,114 4-2,1 0 0,0 0 0,0 0-1,-1 0 1,1 0 0,0 0 0,0 0-1,0 0 1,-1 0 0,1 0 0,0 0-1,0 0 1,0 0 0,-1 0 0,1 0-1,0 0 1,0-1 0,0 1 0,-1 0 0,1 0-1,0 0 1,0 0 0,0 0 0,0 0-1,-1-1 1,1 1 0,0 0 0,0 0-1,0 0 1,0 0 0,0-1 0,0 1-1,0 0 1,-1 0 0,1 0 0,0 0 0,0-1-1,0 1 1,0 0 0,0 0 0,0-1-1,0 1 1,0 0 0,0 0 0,9-10 165,26-11-602,-26 16-550,12-7-5837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5T16:04:41.130"/>
    </inkml:context>
    <inkml:brush xml:id="br0">
      <inkml:brushProperty name="width" value="0.05" units="cm"/>
      <inkml:brushProperty name="height" value="0.05" units="cm"/>
      <inkml:brushProperty name="color" value="#FFFFFF"/>
    </inkml:brush>
  </inkml:definitions>
  <inkml:trace contextRef="#ctx0" brushRef="#br0">25 1 24575,'-4'8'0,"-2"7"0,1 5 0,1 4 0,1 5 0,1-1-8191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5T16:04:44.587"/>
    </inkml:context>
    <inkml:brush xml:id="br0">
      <inkml:brushProperty name="width" value="0.05" units="cm"/>
      <inkml:brushProperty name="height" value="0.05" units="cm"/>
      <inkml:brushProperty name="color" value="#FFFFFF"/>
    </inkml:brush>
  </inkml:definitions>
  <inkml:trace contextRef="#ctx0" brushRef="#br0">0 0 24575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5T16:04:45.011"/>
    </inkml:context>
    <inkml:brush xml:id="br0">
      <inkml:brushProperty name="width" value="0.05" units="cm"/>
      <inkml:brushProperty name="height" value="0.05" units="cm"/>
      <inkml:brushProperty name="color" value="#FFFFFF"/>
    </inkml:brush>
  </inkml:definitions>
  <inkml:trace contextRef="#ctx0" brushRef="#br0">1 1 24575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5T16:04:45.497"/>
    </inkml:context>
    <inkml:brush xml:id="br0">
      <inkml:brushProperty name="width" value="0.05" units="cm"/>
      <inkml:brushProperty name="height" value="0.05" units="cm"/>
      <inkml:brushProperty name="color" value="#FFFFFF"/>
    </inkml:brush>
  </inkml:definitions>
  <inkml:trace contextRef="#ctx0" brushRef="#br0">1 1 24575</inkml:trace>
</inkml:ink>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28381217-A5DE-4EC7-B82E-85EF93E92292}"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AF9FF4A9-C8F0-42CF-98E1-42C4D7AD35EF}" type="slidenum">
              <a:rPr lang="tr-TR" smtClean="0"/>
              <a:t>‹#›</a:t>
            </a:fld>
            <a:endParaRPr lang="tr-TR"/>
          </a:p>
        </p:txBody>
      </p:sp>
    </p:spTree>
    <p:extLst>
      <p:ext uri="{BB962C8B-B14F-4D97-AF65-F5344CB8AC3E}">
        <p14:creationId xmlns:p14="http://schemas.microsoft.com/office/powerpoint/2010/main" val="4102427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8381217-A5DE-4EC7-B82E-85EF93E92292}"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13247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tr-TR"/>
              <a:t>Asıl başlık stilini düzenlemek için tıklayın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8593667" y="6272784"/>
            <a:ext cx="2644309" cy="365125"/>
          </a:xfrm>
        </p:spPr>
        <p:txBody>
          <a:bodyPr/>
          <a:lstStyle/>
          <a:p>
            <a:fld id="{28381217-A5DE-4EC7-B82E-85EF93E92292}" type="datetimeFigureOut">
              <a:rPr lang="tr-TR" smtClean="0"/>
              <a:t>15.12.2022</a:t>
            </a:fld>
            <a:endParaRPr lang="tr-TR"/>
          </a:p>
        </p:txBody>
      </p:sp>
      <p:sp>
        <p:nvSpPr>
          <p:cNvPr id="5" name="Footer Placeholder 4"/>
          <p:cNvSpPr>
            <a:spLocks noGrp="1"/>
          </p:cNvSpPr>
          <p:nvPr>
            <p:ph type="ftr" sz="quarter" idx="11"/>
          </p:nvPr>
        </p:nvSpPr>
        <p:spPr>
          <a:xfrm>
            <a:off x="2182708" y="6272784"/>
            <a:ext cx="6327648" cy="365125"/>
          </a:xfrm>
        </p:spPr>
        <p:txBody>
          <a:bodyPr/>
          <a:lstStyle/>
          <a:p>
            <a:endParaRPr lang="tr-T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AF9FF4A9-C8F0-42CF-98E1-42C4D7AD35EF}" type="slidenum">
              <a:rPr lang="tr-TR" smtClean="0"/>
              <a:t>‹#›</a:t>
            </a:fld>
            <a:endParaRPr lang="tr-TR"/>
          </a:p>
        </p:txBody>
      </p:sp>
    </p:spTree>
    <p:extLst>
      <p:ext uri="{BB962C8B-B14F-4D97-AF65-F5344CB8AC3E}">
        <p14:creationId xmlns:p14="http://schemas.microsoft.com/office/powerpoint/2010/main" val="632897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28381217-A5DE-4EC7-B82E-85EF93E92292}" type="datetimeFigureOut">
              <a:rPr lang="tr-TR" smtClean="0"/>
              <a:t>15.12.2022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384917683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28381217-A5DE-4EC7-B82E-85EF93E92292}" type="datetimeFigureOut">
              <a:rPr lang="tr-TR" smtClean="0"/>
              <a:t>15.12.2022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3463013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28381217-A5DE-4EC7-B82E-85EF93E92292}" type="datetimeFigureOut">
              <a:rPr lang="tr-TR" smtClean="0"/>
              <a:t>15.12.2022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3536920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381217-A5DE-4EC7-B82E-85EF93E92292}" type="datetimeFigureOut">
              <a:rPr lang="tr-TR" smtClean="0"/>
              <a:t>15.12.2022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4052253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tr-TR"/>
              <a:t>Asıl başlık stilini düzenlemek için tıklayın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28381217-A5DE-4EC7-B82E-85EF93E92292}" type="datetimeFigureOut">
              <a:rPr lang="tr-TR" smtClean="0"/>
              <a:t>15.12.2022</a:t>
            </a:fld>
            <a:endParaRPr lang="tr-TR"/>
          </a:p>
        </p:txBody>
      </p:sp>
      <p:sp>
        <p:nvSpPr>
          <p:cNvPr id="6" name="Footer Placeholder 5"/>
          <p:cNvSpPr>
            <a:spLocks noGrp="1"/>
          </p:cNvSpPr>
          <p:nvPr>
            <p:ph type="ftr" sz="quarter" idx="11"/>
          </p:nvPr>
        </p:nvSpPr>
        <p:spPr/>
        <p:txBody>
          <a:bodyPr/>
          <a:lstStyle/>
          <a:p>
            <a:endParaRPr lang="tr-T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415369077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28381217-A5DE-4EC7-B82E-85EF93E92292}" type="datetimeFigureOut">
              <a:rPr lang="tr-TR" smtClean="0"/>
              <a:t>15.12.2022</a:t>
            </a:fld>
            <a:endParaRPr lang="tr-T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4251341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8381217-A5DE-4EC7-B82E-85EF93E92292}"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3443189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8381217-A5DE-4EC7-B82E-85EF93E92292}"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F9FF4A9-C8F0-42CF-98E1-42C4D7AD35EF}" type="slidenum">
              <a:rPr lang="tr-TR" smtClean="0"/>
              <a:t>‹#›</a:t>
            </a:fld>
            <a:endParaRPr lang="tr-TR"/>
          </a:p>
        </p:txBody>
      </p:sp>
    </p:spTree>
    <p:extLst>
      <p:ext uri="{BB962C8B-B14F-4D97-AF65-F5344CB8AC3E}">
        <p14:creationId xmlns:p14="http://schemas.microsoft.com/office/powerpoint/2010/main" val="497171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28381217-A5DE-4EC7-B82E-85EF93E92292}" type="datetimeFigureOut">
              <a:rPr lang="tr-TR" smtClean="0"/>
              <a:t>15.12.2022</a:t>
            </a:fld>
            <a:endParaRPr lang="tr-T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tr-T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AF9FF4A9-C8F0-42CF-98E1-42C4D7AD35EF}" type="slidenum">
              <a:rPr lang="tr-TR" smtClean="0"/>
              <a:t>‹#›</a:t>
            </a:fld>
            <a:endParaRPr lang="tr-TR"/>
          </a:p>
        </p:txBody>
      </p:sp>
    </p:spTree>
    <p:extLst>
      <p:ext uri="{BB962C8B-B14F-4D97-AF65-F5344CB8AC3E}">
        <p14:creationId xmlns:p14="http://schemas.microsoft.com/office/powerpoint/2010/main" val="3548535517"/>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92" r:id="rId7"/>
    <p:sldLayoutId id="2147483893" r:id="rId8"/>
    <p:sldLayoutId id="2147483894" r:id="rId9"/>
    <p:sldLayoutId id="2147483895" r:id="rId10"/>
    <p:sldLayoutId id="2147483896"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customXml" Target="../ink/ink6.xml"/><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customXml" Target="../ink/ink5.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4.png"/><Relationship Id="rId5" Type="http://schemas.openxmlformats.org/officeDocument/2006/relationships/image" Target="../media/image11.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5F69AC-9611-E7BE-0BBA-A8146CCFA8CA}"/>
              </a:ext>
            </a:extLst>
          </p:cNvPr>
          <p:cNvSpPr>
            <a:spLocks noGrp="1"/>
          </p:cNvSpPr>
          <p:nvPr>
            <p:ph type="ctrTitle"/>
          </p:nvPr>
        </p:nvSpPr>
        <p:spPr>
          <a:xfrm>
            <a:off x="1088782" y="1786588"/>
            <a:ext cx="9746421" cy="2090819"/>
          </a:xfrm>
        </p:spPr>
        <p:txBody>
          <a:bodyPr>
            <a:normAutofit/>
          </a:bodyPr>
          <a:lstStyle/>
          <a:p>
            <a:pPr algn="ctr"/>
            <a:r>
              <a:rPr lang="tr-TR" sz="4400" b="1" dirty="0">
                <a:solidFill>
                  <a:schemeClr val="tx1"/>
                </a:solidFill>
                <a:latin typeface="Bahnschrift" panose="020B0502040204020203" pitchFamily="34" charset="0"/>
              </a:rPr>
              <a:t>Retina kan damarlarını çıkarmak için eşikleme temelli morfolojik bir yöntem </a:t>
            </a:r>
          </a:p>
        </p:txBody>
      </p:sp>
      <p:sp>
        <p:nvSpPr>
          <p:cNvPr id="3" name="Alt Başlık 2">
            <a:extLst>
              <a:ext uri="{FF2B5EF4-FFF2-40B4-BE49-F238E27FC236}">
                <a16:creationId xmlns:a16="http://schemas.microsoft.com/office/drawing/2014/main" id="{6CC3FD71-E51E-FB75-6D28-31402B2465D0}"/>
              </a:ext>
            </a:extLst>
          </p:cNvPr>
          <p:cNvSpPr>
            <a:spLocks noGrp="1"/>
          </p:cNvSpPr>
          <p:nvPr>
            <p:ph type="subTitle" idx="1"/>
          </p:nvPr>
        </p:nvSpPr>
        <p:spPr>
          <a:xfrm>
            <a:off x="2299972" y="4433582"/>
            <a:ext cx="6831673" cy="1086237"/>
          </a:xfrm>
        </p:spPr>
        <p:txBody>
          <a:bodyPr>
            <a:normAutofit/>
          </a:bodyPr>
          <a:lstStyle/>
          <a:p>
            <a:pPr marL="0" marR="0" lvl="0" indent="0" algn="l" defTabSz="914400" rtl="0" eaLnBrk="1" fontAlgn="auto" latinLnBrk="0" hangingPunct="1">
              <a:lnSpc>
                <a:spcPct val="90000"/>
              </a:lnSpc>
              <a:spcBef>
                <a:spcPts val="1200"/>
              </a:spcBef>
              <a:spcAft>
                <a:spcPts val="0"/>
              </a:spcAft>
              <a:buClr>
                <a:srgbClr val="D34817">
                  <a:lumMod val="75000"/>
                </a:srgbClr>
              </a:buClr>
              <a:buSzPct val="85000"/>
              <a:buFont typeface="Wingdings" pitchFamily="2" charset="2"/>
              <a:buNone/>
              <a:tabLst/>
              <a:defRPr/>
            </a:pPr>
            <a:r>
              <a:rPr kumimoji="0" lang="tr-TR" sz="2200" b="0" i="0" u="none" strike="noStrike" kern="1200" cap="none" spc="0" normalizeH="0" baseline="0" noProof="0" dirty="0">
                <a:ln>
                  <a:noFill/>
                </a:ln>
                <a:solidFill>
                  <a:prstClr val="black"/>
                </a:solidFill>
                <a:effectLst/>
                <a:uLnTx/>
                <a:uFillTx/>
                <a:latin typeface="Rockwell" panose="02060603020205020403"/>
                <a:ea typeface="+mn-ea"/>
                <a:cs typeface="+mn-cs"/>
              </a:rPr>
              <a:t>		AHMET FARUK PALA</a:t>
            </a:r>
          </a:p>
          <a:p>
            <a:pPr marL="0" marR="0" lvl="0" indent="0" algn="l" defTabSz="914400" rtl="0" eaLnBrk="1" fontAlgn="auto" latinLnBrk="0" hangingPunct="1">
              <a:lnSpc>
                <a:spcPct val="90000"/>
              </a:lnSpc>
              <a:spcBef>
                <a:spcPts val="1200"/>
              </a:spcBef>
              <a:spcAft>
                <a:spcPts val="0"/>
              </a:spcAft>
              <a:buClr>
                <a:srgbClr val="D34817">
                  <a:lumMod val="75000"/>
                </a:srgbClr>
              </a:buClr>
              <a:buSzPct val="85000"/>
              <a:buFont typeface="Wingdings" pitchFamily="2" charset="2"/>
              <a:buNone/>
              <a:tabLst/>
              <a:defRPr/>
            </a:pPr>
            <a:r>
              <a:rPr kumimoji="0" lang="tr-TR" sz="2200" b="0" i="0" u="none" strike="noStrike" kern="1200" cap="none" spc="0" normalizeH="0" baseline="0" noProof="0" dirty="0">
                <a:ln>
                  <a:noFill/>
                </a:ln>
                <a:solidFill>
                  <a:prstClr val="black"/>
                </a:solidFill>
                <a:effectLst/>
                <a:uLnTx/>
                <a:uFillTx/>
                <a:latin typeface="Rockwell" panose="02060603020205020403"/>
                <a:ea typeface="+mn-ea"/>
                <a:cs typeface="+mn-cs"/>
              </a:rPr>
              <a:t>                                   02180201008</a:t>
            </a:r>
          </a:p>
        </p:txBody>
      </p:sp>
    </p:spTree>
    <p:extLst>
      <p:ext uri="{BB962C8B-B14F-4D97-AF65-F5344CB8AC3E}">
        <p14:creationId xmlns:p14="http://schemas.microsoft.com/office/powerpoint/2010/main" val="3860282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98D38B1-9F53-059A-131F-6A511CD30637}"/>
              </a:ext>
            </a:extLst>
          </p:cNvPr>
          <p:cNvSpPr>
            <a:spLocks noGrp="1"/>
          </p:cNvSpPr>
          <p:nvPr>
            <p:ph idx="1"/>
          </p:nvPr>
        </p:nvSpPr>
        <p:spPr>
          <a:xfrm>
            <a:off x="1037492" y="833582"/>
            <a:ext cx="10340110" cy="5190836"/>
          </a:xfrm>
        </p:spPr>
        <p:txBody>
          <a:bodyPr>
            <a:normAutofit lnSpcReduction="10000"/>
          </a:bodyPr>
          <a:lstStyle/>
          <a:p>
            <a:r>
              <a:rPr lang="tr-TR" dirty="0"/>
              <a:t>Diyabete bağlı retina bozuklukları kişilerde körlüğe sebep olan ve Diyabetik Retinopati (DR) olarak adlandırılan en önemli hastalıklardan biridir. Bu hastalığın erken teşhis edilmesi, kişilerde görme yetisinin kaybolmaması açısından önemlidir. DR hastalığının erken ve doğru teşhis edilmesi için retina damarlarının doğru bir şekilde bölütlenmesi gerekir.</a:t>
            </a:r>
          </a:p>
          <a:p>
            <a:r>
              <a:rPr lang="tr-TR" dirty="0"/>
              <a:t>Retinanın oksijensiz kalması sonucu retinada istenmeyen yeni damarlar oluşur. Bu damarlar hassas bir yapıda olup DR hastalığının habercisidir. Bu istenmeyen damarları tespit etmek için retina damar ağ yapısının bilinmesi gerekir. </a:t>
            </a:r>
          </a:p>
          <a:p>
            <a:r>
              <a:rPr lang="tr-TR" dirty="0"/>
              <a:t>Bu makalede, retina damar ağ yapısını otomatik olarak </a:t>
            </a:r>
            <a:r>
              <a:rPr lang="tr-TR" dirty="0" err="1"/>
              <a:t>bölütleyen</a:t>
            </a:r>
            <a:r>
              <a:rPr lang="tr-TR" dirty="0"/>
              <a:t> morfolojik tabanlı bir yöntem önerilmiştir. Bu yöntem morfolojik işlemlere dayalı iki farklı yöntemden esinlenerek oluşturulmuştur. Bu yöntemde, ilk önce RGB renk uzayındaki görüntüler gri ölçekli görüntülere dönüştürülmüştür. Daha sonra, gri ölçekli görüntünün tersi üzerinde üst-şapka, alt-şapka ve morfolojik açma yöntemi uygulanmıştır.</a:t>
            </a:r>
          </a:p>
          <a:p>
            <a:r>
              <a:rPr lang="tr-TR" dirty="0"/>
              <a:t> Morfolojik üst ve alt şapka yöntemin kullanılması ile retina damalarının belirginleştirilmesi sağlanmıştır. Belirginleştirilmiş retina görüntülerini </a:t>
            </a:r>
            <a:r>
              <a:rPr lang="tr-TR" dirty="0" err="1"/>
              <a:t>bölütlemek</a:t>
            </a:r>
            <a:r>
              <a:rPr lang="tr-TR" dirty="0"/>
              <a:t> için üç farklı eşikleme yöntemi kullanılmıştır. Kullanılan eşikleme yöntemleri Çoklu Eşikleme yöntemi, Maksimum Entropi Tabanlı Eşikleme yöntemi ve Bulanık Kümeleme Tabanlı Eşikleme yöntemidir.</a:t>
            </a:r>
          </a:p>
          <a:p>
            <a:endParaRPr lang="tr-TR" dirty="0"/>
          </a:p>
          <a:p>
            <a:endParaRPr lang="tr-TR" dirty="0"/>
          </a:p>
          <a:p>
            <a:endParaRPr lang="tr-TR" dirty="0"/>
          </a:p>
        </p:txBody>
      </p:sp>
    </p:spTree>
    <p:extLst>
      <p:ext uri="{BB962C8B-B14F-4D97-AF65-F5344CB8AC3E}">
        <p14:creationId xmlns:p14="http://schemas.microsoft.com/office/powerpoint/2010/main" val="1293490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E6B8B9-6E28-C3B9-5D55-1CA039AC74BD}"/>
              </a:ext>
            </a:extLst>
          </p:cNvPr>
          <p:cNvSpPr>
            <a:spLocks noGrp="1"/>
          </p:cNvSpPr>
          <p:nvPr>
            <p:ph type="title"/>
          </p:nvPr>
        </p:nvSpPr>
        <p:spPr>
          <a:xfrm>
            <a:off x="856543" y="207818"/>
            <a:ext cx="9601200" cy="1485900"/>
          </a:xfrm>
        </p:spPr>
        <p:txBody>
          <a:bodyPr/>
          <a:lstStyle/>
          <a:p>
            <a:r>
              <a:rPr lang="tr-TR" dirty="0">
                <a:latin typeface="Bell MT" panose="02020503060305020303" pitchFamily="18" charset="0"/>
              </a:rPr>
              <a:t> MATERYAL VE METOT</a:t>
            </a:r>
          </a:p>
        </p:txBody>
      </p:sp>
      <p:sp>
        <p:nvSpPr>
          <p:cNvPr id="3" name="İçerik Yer Tutucusu 2">
            <a:extLst>
              <a:ext uri="{FF2B5EF4-FFF2-40B4-BE49-F238E27FC236}">
                <a16:creationId xmlns:a16="http://schemas.microsoft.com/office/drawing/2014/main" id="{EC698722-A161-9701-1563-54B1B2558FA2}"/>
              </a:ext>
            </a:extLst>
          </p:cNvPr>
          <p:cNvSpPr>
            <a:spLocks noGrp="1"/>
          </p:cNvSpPr>
          <p:nvPr>
            <p:ph idx="1"/>
          </p:nvPr>
        </p:nvSpPr>
        <p:spPr>
          <a:xfrm>
            <a:off x="1217020" y="1360470"/>
            <a:ext cx="10273015" cy="5181008"/>
          </a:xfrm>
        </p:spPr>
        <p:txBody>
          <a:bodyPr>
            <a:normAutofit lnSpcReduction="10000"/>
          </a:bodyPr>
          <a:lstStyle/>
          <a:p>
            <a:pPr marL="0" indent="0">
              <a:buNone/>
            </a:pPr>
            <a:r>
              <a:rPr lang="tr-TR" sz="3200" b="1" dirty="0">
                <a:latin typeface="+mj-lt"/>
              </a:rPr>
              <a:t>Morfolojik işlemler</a:t>
            </a:r>
          </a:p>
          <a:p>
            <a:r>
              <a:rPr lang="tr-TR" dirty="0"/>
              <a:t>Morfolojik işlemlerin temel amacı, görüntünün temel özelliklerini korumak ve görüntüyü basitleştirmektir. Bu çalışmada, üst-şapka ve alt-şapka dönüşümleri kan damarlarına belirginlik kazandırmak için kullanılır.</a:t>
            </a:r>
          </a:p>
          <a:p>
            <a:r>
              <a:rPr lang="tr-TR" dirty="0"/>
              <a:t>Üst-şapka dönüşümü, bir giriş görüntüsüne morfolojik açma işlemi uygulandıktan sonra uygulama sonucunun orijinal giriş görüntüsünden çıkarılması işlemidir. Üst-şapka dönüşümünün görüntünün arka planını çıkarması beklenir. Bu dönüşüm, yüksek geçirgen bir filtre gibi davranır ve görüntünün maskeden daha küçük olan parlak alanlarını çıkarır. </a:t>
            </a:r>
          </a:p>
          <a:p>
            <a:r>
              <a:rPr lang="tr-TR" dirty="0"/>
              <a:t>Alt-şapka dönüşümü, bir giriş görüntüsüne morfolojik bir kapama işlemi uygulandıktan sonra uygulama sonucunun orijinal giriş görüntüsünden çıkarılması </a:t>
            </a:r>
            <a:r>
              <a:rPr lang="tr-TR" dirty="0" err="1"/>
              <a:t>işlemidir.Alt</a:t>
            </a:r>
            <a:r>
              <a:rPr lang="tr-TR" dirty="0"/>
              <a:t>-şapka dönüşümü görüntünün arka planını etkiler ve görüntünün arka plandaki maskeden daha küçük olan bazı karanlık alanları üzerinde etkili olur. </a:t>
            </a:r>
          </a:p>
          <a:p>
            <a:r>
              <a:rPr lang="tr-TR" dirty="0"/>
              <a:t>Parlak alanları (açma operatörünün sonuçları) görüntüye eklemek ve karanlık alanları (kapama operatörünün sonuçları) görüntüden çıkarmak mümkündür. Sonuç olarak, aydınlık ve karanlık alanlar arasındaki kontrastta bir iyileşme olacaktır.</a:t>
            </a:r>
          </a:p>
        </p:txBody>
      </p:sp>
    </p:spTree>
    <p:extLst>
      <p:ext uri="{BB962C8B-B14F-4D97-AF65-F5344CB8AC3E}">
        <p14:creationId xmlns:p14="http://schemas.microsoft.com/office/powerpoint/2010/main" val="3550131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1B23F47-613C-18BC-B774-7118427A53CD}"/>
              </a:ext>
            </a:extLst>
          </p:cNvPr>
          <p:cNvSpPr>
            <a:spLocks noGrp="1"/>
          </p:cNvSpPr>
          <p:nvPr>
            <p:ph idx="1"/>
          </p:nvPr>
        </p:nvSpPr>
        <p:spPr>
          <a:xfrm>
            <a:off x="1057033" y="339257"/>
            <a:ext cx="10266218" cy="6003638"/>
          </a:xfrm>
        </p:spPr>
        <p:txBody>
          <a:bodyPr>
            <a:normAutofit/>
          </a:bodyPr>
          <a:lstStyle/>
          <a:p>
            <a:pPr marL="0" indent="0">
              <a:buNone/>
            </a:pPr>
            <a:r>
              <a:rPr lang="tr-TR" sz="3000" b="1" dirty="0">
                <a:latin typeface="+mj-lt"/>
              </a:rPr>
              <a:t>Eşikleme yöntemleri</a:t>
            </a:r>
          </a:p>
          <a:p>
            <a:r>
              <a:rPr lang="tr-TR" dirty="0"/>
              <a:t>Eşikleme işlemi, gri ölçekli bir görüntünün yoğunluk seviyesine göre sınıflara ayrıldığı bir işlemdir.</a:t>
            </a:r>
          </a:p>
          <a:p>
            <a:pPr>
              <a:buFont typeface="Wingdings" panose="05000000000000000000" pitchFamily="2" charset="2"/>
              <a:buChar char="v"/>
            </a:pPr>
            <a:r>
              <a:rPr lang="tr-TR" b="1" dirty="0"/>
              <a:t>Çok seviyeli eşikleme</a:t>
            </a:r>
          </a:p>
          <a:p>
            <a:pPr marL="0" indent="0">
              <a:buNone/>
            </a:pPr>
            <a:r>
              <a:rPr lang="tr-TR" dirty="0"/>
              <a:t>Gri ölçekli görüntüyü birkaç farklı bölgeye ayırabilen bir işlemdir</a:t>
            </a:r>
            <a:r>
              <a:rPr lang="tr-TR" b="1" dirty="0"/>
              <a:t>. </a:t>
            </a:r>
          </a:p>
          <a:p>
            <a:pPr>
              <a:buFont typeface="Wingdings" panose="05000000000000000000" pitchFamily="2" charset="2"/>
              <a:buChar char="v"/>
            </a:pPr>
            <a:r>
              <a:rPr lang="tr-TR" b="1" dirty="0"/>
              <a:t>Maksimum entropi tabanlı eşikleme</a:t>
            </a:r>
          </a:p>
          <a:p>
            <a:pPr marL="0" indent="0">
              <a:buNone/>
            </a:pPr>
            <a:r>
              <a:rPr lang="tr-TR" dirty="0"/>
              <a:t> </a:t>
            </a:r>
            <a:r>
              <a:rPr lang="tr-TR" dirty="0" err="1"/>
              <a:t>Entopi</a:t>
            </a:r>
            <a:r>
              <a:rPr lang="tr-TR" dirty="0"/>
              <a:t> yöntemlerine bağlı eşikleme işlemi araştırmacılar tarafından tercih edilen bir yöntemdir</a:t>
            </a:r>
            <a:r>
              <a:rPr lang="tr-TR" b="1" dirty="0"/>
              <a:t>.</a:t>
            </a:r>
            <a:r>
              <a:rPr lang="tr-TR" dirty="0"/>
              <a:t> Bir görüntüdeki yoğunluk değerlerinin olasılık dağılımına katkı veren ön ve arka plan görüntüsüne ait entropi değerleri ayrı ayrı hesaplanır ve toplamları maksimize edilir. Ardından, entropinin toplamını maksimize eden bir optimum eşik değeri hesaplanır.</a:t>
            </a:r>
          </a:p>
          <a:p>
            <a:pPr>
              <a:buFont typeface="Wingdings" panose="05000000000000000000" pitchFamily="2" charset="2"/>
              <a:buChar char="v"/>
            </a:pPr>
            <a:r>
              <a:rPr lang="tr-TR" b="1" dirty="0"/>
              <a:t>Bulanık mantık tabanlı eşikleme</a:t>
            </a:r>
          </a:p>
          <a:p>
            <a:pPr marL="0" indent="0">
              <a:buNone/>
            </a:pPr>
            <a:r>
              <a:rPr lang="tr-TR" dirty="0"/>
              <a:t> Bulanık kümeleme bir yumuşak kümeleme tekniğidir. Bu kümeleme yöntemi, nesnelerin kümelere olan aitliğini ifade etmek için bir derece kavramı kullanır. Her nesne için, toplam derece 1’dir. Bölütleme görüntülerini ikili görüntülere dönüştürmek için kullanılacak eşik hesaplaması Denklem (8) ve Denklem (9) da verildiği gibidir.</a:t>
            </a:r>
            <a:endParaRPr lang="tr-TR" b="1" dirty="0"/>
          </a:p>
        </p:txBody>
      </p:sp>
      <p:pic>
        <p:nvPicPr>
          <p:cNvPr id="9" name="Resim 8">
            <a:extLst>
              <a:ext uri="{FF2B5EF4-FFF2-40B4-BE49-F238E27FC236}">
                <a16:creationId xmlns:a16="http://schemas.microsoft.com/office/drawing/2014/main" id="{A7F41232-328A-9089-A310-DFAC1B6559B8}"/>
              </a:ext>
            </a:extLst>
          </p:cNvPr>
          <p:cNvPicPr>
            <a:picLocks noChangeAspect="1"/>
          </p:cNvPicPr>
          <p:nvPr/>
        </p:nvPicPr>
        <p:blipFill>
          <a:blip r:embed="rId2"/>
          <a:stretch>
            <a:fillRect/>
          </a:stretch>
        </p:blipFill>
        <p:spPr>
          <a:xfrm>
            <a:off x="3871384" y="6054330"/>
            <a:ext cx="3720283" cy="789728"/>
          </a:xfrm>
          <a:prstGeom prst="rect">
            <a:avLst/>
          </a:prstGeom>
        </p:spPr>
      </p:pic>
    </p:spTree>
    <p:extLst>
      <p:ext uri="{BB962C8B-B14F-4D97-AF65-F5344CB8AC3E}">
        <p14:creationId xmlns:p14="http://schemas.microsoft.com/office/powerpoint/2010/main" val="4129448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5D827C9-680A-8F6D-5E4E-0D60F027692D}"/>
              </a:ext>
            </a:extLst>
          </p:cNvPr>
          <p:cNvSpPr>
            <a:spLocks noGrp="1"/>
          </p:cNvSpPr>
          <p:nvPr>
            <p:ph type="title"/>
          </p:nvPr>
        </p:nvSpPr>
        <p:spPr>
          <a:xfrm>
            <a:off x="967153" y="335783"/>
            <a:ext cx="9601200" cy="838200"/>
          </a:xfrm>
        </p:spPr>
        <p:txBody>
          <a:bodyPr>
            <a:normAutofit fontScale="90000"/>
          </a:bodyPr>
          <a:lstStyle/>
          <a:p>
            <a:r>
              <a:rPr lang="tr-TR" dirty="0">
                <a:latin typeface="Bell MT" panose="02020503060305020303" pitchFamily="18" charset="0"/>
              </a:rPr>
              <a:t>KULLANILAN YÖNTEM </a:t>
            </a:r>
          </a:p>
        </p:txBody>
      </p:sp>
      <p:sp>
        <p:nvSpPr>
          <p:cNvPr id="3" name="İçerik Yer Tutucusu 2">
            <a:extLst>
              <a:ext uri="{FF2B5EF4-FFF2-40B4-BE49-F238E27FC236}">
                <a16:creationId xmlns:a16="http://schemas.microsoft.com/office/drawing/2014/main" id="{8670AD9A-FDE1-F437-60DA-B2C35E865EC8}"/>
              </a:ext>
            </a:extLst>
          </p:cNvPr>
          <p:cNvSpPr>
            <a:spLocks noGrp="1"/>
          </p:cNvSpPr>
          <p:nvPr>
            <p:ph idx="1"/>
          </p:nvPr>
        </p:nvSpPr>
        <p:spPr>
          <a:xfrm>
            <a:off x="1371600" y="1242292"/>
            <a:ext cx="6726115" cy="2257046"/>
          </a:xfrm>
        </p:spPr>
        <p:txBody>
          <a:bodyPr>
            <a:normAutofit/>
          </a:bodyPr>
          <a:lstStyle/>
          <a:p>
            <a:r>
              <a:rPr lang="tr-TR" dirty="0"/>
              <a:t>Önerilen yöntemde, veri setinde bulunan </a:t>
            </a:r>
            <a:r>
              <a:rPr lang="tr-TR" dirty="0" err="1"/>
              <a:t>fundus</a:t>
            </a:r>
            <a:r>
              <a:rPr lang="tr-TR" dirty="0"/>
              <a:t> görüntülerine ait damarların bölütlenmesi sağlanmıştır. Öncelikle, veri setinde bulunan görüntüler RGB renk uzayından gri ölçekli görüntülere dönüştürülür. Gri ölçekli görüntülerin tersi üzerinde önerilen sistem uygulanır. </a:t>
            </a:r>
          </a:p>
        </p:txBody>
      </p:sp>
      <p:pic>
        <p:nvPicPr>
          <p:cNvPr id="7" name="Resim 6">
            <a:extLst>
              <a:ext uri="{FF2B5EF4-FFF2-40B4-BE49-F238E27FC236}">
                <a16:creationId xmlns:a16="http://schemas.microsoft.com/office/drawing/2014/main" id="{AF97BCD8-0667-5C48-DC24-2CE677C1EA5E}"/>
              </a:ext>
            </a:extLst>
          </p:cNvPr>
          <p:cNvPicPr>
            <a:picLocks noChangeAspect="1"/>
          </p:cNvPicPr>
          <p:nvPr/>
        </p:nvPicPr>
        <p:blipFill>
          <a:blip r:embed="rId2"/>
          <a:stretch>
            <a:fillRect/>
          </a:stretch>
        </p:blipFill>
        <p:spPr>
          <a:xfrm>
            <a:off x="2330063" y="3850347"/>
            <a:ext cx="4012122" cy="2011218"/>
          </a:xfrm>
          <a:prstGeom prst="rect">
            <a:avLst/>
          </a:prstGeom>
        </p:spPr>
      </p:pic>
      <p:pic>
        <p:nvPicPr>
          <p:cNvPr id="9" name="Resim 8">
            <a:extLst>
              <a:ext uri="{FF2B5EF4-FFF2-40B4-BE49-F238E27FC236}">
                <a16:creationId xmlns:a16="http://schemas.microsoft.com/office/drawing/2014/main" id="{1103569C-CD9E-D35A-0D5E-F3D5400FD6E1}"/>
              </a:ext>
            </a:extLst>
          </p:cNvPr>
          <p:cNvPicPr>
            <a:picLocks noChangeAspect="1"/>
          </p:cNvPicPr>
          <p:nvPr/>
        </p:nvPicPr>
        <p:blipFill>
          <a:blip r:embed="rId3"/>
          <a:stretch>
            <a:fillRect/>
          </a:stretch>
        </p:blipFill>
        <p:spPr>
          <a:xfrm>
            <a:off x="8408646" y="1058518"/>
            <a:ext cx="3190541" cy="4881640"/>
          </a:xfrm>
          <a:prstGeom prst="rect">
            <a:avLst/>
          </a:prstGeom>
        </p:spPr>
      </p:pic>
    </p:spTree>
    <p:extLst>
      <p:ext uri="{BB962C8B-B14F-4D97-AF65-F5344CB8AC3E}">
        <p14:creationId xmlns:p14="http://schemas.microsoft.com/office/powerpoint/2010/main" val="4133633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32FB8D9-CD78-3882-4BDC-842A78241D7B}"/>
              </a:ext>
            </a:extLst>
          </p:cNvPr>
          <p:cNvSpPr>
            <a:spLocks noGrp="1"/>
          </p:cNvSpPr>
          <p:nvPr>
            <p:ph idx="1"/>
          </p:nvPr>
        </p:nvSpPr>
        <p:spPr>
          <a:xfrm>
            <a:off x="1371600" y="452581"/>
            <a:ext cx="10321636" cy="5523345"/>
          </a:xfrm>
        </p:spPr>
        <p:txBody>
          <a:bodyPr>
            <a:normAutofit/>
          </a:bodyPr>
          <a:lstStyle/>
          <a:p>
            <a:pPr marL="0" indent="0">
              <a:buNone/>
            </a:pPr>
            <a:r>
              <a:rPr lang="tr-TR" sz="3000" b="1" dirty="0"/>
              <a:t>Veri seti</a:t>
            </a:r>
            <a:endParaRPr lang="tr-TR" dirty="0"/>
          </a:p>
          <a:p>
            <a:r>
              <a:rPr lang="tr-TR" dirty="0"/>
              <a:t>Önerilen yöntem diğer yöntemlerle kıyaslanabilir olması açısından halka açık olarak sunulan DRIVE veri seti üzerinde test edilmiştir.</a:t>
            </a:r>
          </a:p>
          <a:p>
            <a:r>
              <a:rPr lang="tr-TR" dirty="0"/>
              <a:t> DRIVE veri setindeki görüntüler 45°görüş alanında Canon 3CCD ile çekilmiştir. Görüntülerin her biri 565 × 584 piksel boyutunda 20 eğitim ve 20 test görüntüsünden oluşmaktadır. </a:t>
            </a:r>
          </a:p>
          <a:p>
            <a:r>
              <a:rPr lang="tr-TR" dirty="0"/>
              <a:t>Veri setindeki damar pikselleri, deneyimli bir göz doktoru tarafından eğitilmiş üç gözlemci tarafından manuel olarak bölümlere ayrılmıştır. </a:t>
            </a:r>
          </a:p>
          <a:p>
            <a:r>
              <a:rPr lang="tr-TR" dirty="0"/>
              <a:t>Test seti iki farklı gözlemci tarafından iki kez </a:t>
            </a:r>
            <a:r>
              <a:rPr lang="tr-TR" dirty="0" err="1"/>
              <a:t>bölütlendirilmiş</a:t>
            </a:r>
            <a:r>
              <a:rPr lang="tr-TR" dirty="0"/>
              <a:t> görüntülerden oluşur.</a:t>
            </a:r>
          </a:p>
          <a:p>
            <a:endParaRPr lang="tr-TR" sz="3000" b="1" dirty="0"/>
          </a:p>
        </p:txBody>
      </p:sp>
    </p:spTree>
    <p:extLst>
      <p:ext uri="{BB962C8B-B14F-4D97-AF65-F5344CB8AC3E}">
        <p14:creationId xmlns:p14="http://schemas.microsoft.com/office/powerpoint/2010/main" val="1792890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0AB3152-9D3F-3BC3-BAD2-AF5F82369385}"/>
              </a:ext>
            </a:extLst>
          </p:cNvPr>
          <p:cNvSpPr>
            <a:spLocks noGrp="1"/>
          </p:cNvSpPr>
          <p:nvPr>
            <p:ph idx="1"/>
          </p:nvPr>
        </p:nvSpPr>
        <p:spPr>
          <a:xfrm>
            <a:off x="1371599" y="397163"/>
            <a:ext cx="10450945" cy="6280727"/>
          </a:xfrm>
        </p:spPr>
        <p:txBody>
          <a:bodyPr>
            <a:normAutofit/>
          </a:bodyPr>
          <a:lstStyle/>
          <a:p>
            <a:pPr marL="0" indent="0">
              <a:buNone/>
            </a:pPr>
            <a:r>
              <a:rPr lang="tr-TR" sz="3000" b="1" dirty="0"/>
              <a:t>Morfolojik işlemler</a:t>
            </a:r>
          </a:p>
          <a:p>
            <a:r>
              <a:rPr lang="tr-TR" dirty="0"/>
              <a:t>Retina kan damarları, retina arka planına göre daha koyu görünürler. Ancak, bazı durumlarda kan damarlarının merkez çizgisi bölgesinde parlaklık görünür. Bu görünüm yansımalardan kaynaklanmaktadır. Bu durumu ortadan kaldırmak için ilk önce morfolojik açma işlemi uygulanır.</a:t>
            </a:r>
          </a:p>
          <a:p>
            <a:r>
              <a:rPr lang="tr-TR" dirty="0"/>
              <a:t>Morfolojik açma işlemi için yarıçapı 21 olan bir disk oluşturulur. Oluşturulan bu disk gri ölçekli görüntünün tersine uygulanarak morfolojik açma işlemi yapılmış olur. Daha sonra uzunluğu 21 olan bir çizgisel yapı elemanı oluşturulur. Oluşturulan bu çizgisel yapı elemanı gri ölçekli görüntünün tersine uygulanarak üst-şapka ve alt-şapka dönüşümleri tamamlanmış olur.</a:t>
            </a:r>
          </a:p>
          <a:p>
            <a:endParaRPr lang="tr-TR" dirty="0"/>
          </a:p>
          <a:p>
            <a:pPr marL="0" indent="0">
              <a:buNone/>
            </a:pPr>
            <a:endParaRPr lang="tr-TR" dirty="0"/>
          </a:p>
          <a:p>
            <a:pPr marL="0" indent="0">
              <a:buNone/>
            </a:pPr>
            <a:endParaRPr lang="tr-TR" dirty="0"/>
          </a:p>
          <a:p>
            <a:endParaRPr lang="tr-TR" dirty="0"/>
          </a:p>
        </p:txBody>
      </p:sp>
      <p:pic>
        <p:nvPicPr>
          <p:cNvPr id="5" name="Resim 4">
            <a:extLst>
              <a:ext uri="{FF2B5EF4-FFF2-40B4-BE49-F238E27FC236}">
                <a16:creationId xmlns:a16="http://schemas.microsoft.com/office/drawing/2014/main" id="{08DAAEF7-7BB3-928E-0662-7FD67D20CED2}"/>
              </a:ext>
            </a:extLst>
          </p:cNvPr>
          <p:cNvPicPr>
            <a:picLocks noChangeAspect="1"/>
          </p:cNvPicPr>
          <p:nvPr/>
        </p:nvPicPr>
        <p:blipFill rotWithShape="1">
          <a:blip r:embed="rId2"/>
          <a:srcRect t="5008" b="3417"/>
          <a:stretch/>
        </p:blipFill>
        <p:spPr>
          <a:xfrm>
            <a:off x="3044598" y="3879358"/>
            <a:ext cx="5947503" cy="2433520"/>
          </a:xfrm>
          <a:prstGeom prst="rect">
            <a:avLst/>
          </a:prstGeom>
        </p:spPr>
      </p:pic>
    </p:spTree>
    <p:extLst>
      <p:ext uri="{BB962C8B-B14F-4D97-AF65-F5344CB8AC3E}">
        <p14:creationId xmlns:p14="http://schemas.microsoft.com/office/powerpoint/2010/main" val="2252399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ABDF905-5BF7-A1E6-7E39-F74527B540F1}"/>
              </a:ext>
            </a:extLst>
          </p:cNvPr>
          <p:cNvSpPr>
            <a:spLocks noGrp="1"/>
          </p:cNvSpPr>
          <p:nvPr>
            <p:ph idx="1"/>
          </p:nvPr>
        </p:nvSpPr>
        <p:spPr>
          <a:xfrm>
            <a:off x="1371600" y="554181"/>
            <a:ext cx="10460182" cy="6022109"/>
          </a:xfrm>
        </p:spPr>
        <p:txBody>
          <a:bodyPr/>
          <a:lstStyle/>
          <a:p>
            <a:r>
              <a:rPr lang="tr-TR" dirty="0"/>
              <a:t>Belirli bir açıda yönlendirilmiş çizgisel bir yapılandırma elamanı </a:t>
            </a:r>
            <a:r>
              <a:rPr lang="tr-TR" dirty="0" err="1"/>
              <a:t>fundus</a:t>
            </a:r>
            <a:r>
              <a:rPr lang="tr-TR" dirty="0"/>
              <a:t> içerisinde tutulamadığında bir damarı veya damarın bir kısmını yok edebilir. Bu probleme çözüm olması için 21 piksel uzunluğunda bir çizgisel yapılandırma elemanı belirlenmiştir. Bu yapısal eleman 22.5°’lik açılarla </a:t>
            </a:r>
            <a:r>
              <a:rPr lang="tr-TR" dirty="0" err="1"/>
              <a:t>dönderilmiş</a:t>
            </a:r>
            <a:r>
              <a:rPr lang="tr-TR" dirty="0"/>
              <a:t> ve en büyük çapa sahip damarı çıkarmak için bir toplam üst şapka dönüşümü kullanılmıştır. Sadece üst şapkaya değil ayrıca alt şapka ve morfolojik açma işlemine de uygulanmıştır.</a:t>
            </a:r>
          </a:p>
          <a:p>
            <a:endParaRPr lang="tr-TR" dirty="0"/>
          </a:p>
          <a:p>
            <a:endParaRPr lang="tr-TR" dirty="0"/>
          </a:p>
          <a:p>
            <a:endParaRPr lang="tr-TR" dirty="0"/>
          </a:p>
          <a:p>
            <a:pPr marL="0" indent="0">
              <a:buNone/>
            </a:pPr>
            <a:endParaRPr lang="tr-TR" dirty="0"/>
          </a:p>
          <a:p>
            <a:r>
              <a:rPr lang="tr-TR" dirty="0"/>
              <a:t>Uzunluğu 21 piksel olan ve 22.5°’lik açılarla dönerek her açı için oluşturulan toplam morfolojik açma işlemi toplam üst şapka dönüşümüne eklenmiş ve elde edilen sonuç toplam alt şapka dönüşümünden çıkarılmıştır. </a:t>
            </a:r>
          </a:p>
          <a:p>
            <a:pPr marL="0" indent="0">
              <a:buNone/>
            </a:pPr>
            <a:endParaRPr lang="tr-TR" dirty="0"/>
          </a:p>
        </p:txBody>
      </p:sp>
      <p:pic>
        <p:nvPicPr>
          <p:cNvPr id="4" name="Resim 3">
            <a:extLst>
              <a:ext uri="{FF2B5EF4-FFF2-40B4-BE49-F238E27FC236}">
                <a16:creationId xmlns:a16="http://schemas.microsoft.com/office/drawing/2014/main" id="{CCACF38F-A2DD-6C08-5940-ACB103E084D1}"/>
              </a:ext>
            </a:extLst>
          </p:cNvPr>
          <p:cNvPicPr>
            <a:picLocks noChangeAspect="1"/>
          </p:cNvPicPr>
          <p:nvPr/>
        </p:nvPicPr>
        <p:blipFill rotWithShape="1">
          <a:blip r:embed="rId2"/>
          <a:srcRect t="5781"/>
          <a:stretch/>
        </p:blipFill>
        <p:spPr>
          <a:xfrm>
            <a:off x="3605203" y="2250830"/>
            <a:ext cx="4203747" cy="1842435"/>
          </a:xfrm>
          <a:prstGeom prst="rect">
            <a:avLst/>
          </a:prstGeom>
        </p:spPr>
      </p:pic>
      <p:pic>
        <p:nvPicPr>
          <p:cNvPr id="8" name="Resim 7">
            <a:extLst>
              <a:ext uri="{FF2B5EF4-FFF2-40B4-BE49-F238E27FC236}">
                <a16:creationId xmlns:a16="http://schemas.microsoft.com/office/drawing/2014/main" id="{4F0CD1A9-5B70-8193-103E-B48B3591F723}"/>
              </a:ext>
            </a:extLst>
          </p:cNvPr>
          <p:cNvPicPr>
            <a:picLocks noChangeAspect="1"/>
          </p:cNvPicPr>
          <p:nvPr/>
        </p:nvPicPr>
        <p:blipFill>
          <a:blip r:embed="rId3"/>
          <a:stretch>
            <a:fillRect/>
          </a:stretch>
        </p:blipFill>
        <p:spPr>
          <a:xfrm>
            <a:off x="7107603" y="4653978"/>
            <a:ext cx="3346452" cy="2185438"/>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Mürekkep 1">
                <a:extLst>
                  <a:ext uri="{FF2B5EF4-FFF2-40B4-BE49-F238E27FC236}">
                    <a16:creationId xmlns:a16="http://schemas.microsoft.com/office/drawing/2014/main" id="{6848DC31-4626-7995-0AA2-2BDD08A50E5B}"/>
                  </a:ext>
                </a:extLst>
              </p14:cNvPr>
              <p14:cNvContentPartPr/>
              <p14:nvPr/>
            </p14:nvContentPartPr>
            <p14:xfrm>
              <a:off x="9090443" y="6312060"/>
              <a:ext cx="1432800" cy="176760"/>
            </p14:xfrm>
          </p:contentPart>
        </mc:Choice>
        <mc:Fallback xmlns="">
          <p:pic>
            <p:nvPicPr>
              <p:cNvPr id="2" name="Mürekkep 1">
                <a:extLst>
                  <a:ext uri="{FF2B5EF4-FFF2-40B4-BE49-F238E27FC236}">
                    <a16:creationId xmlns:a16="http://schemas.microsoft.com/office/drawing/2014/main" id="{6848DC31-4626-7995-0AA2-2BDD08A50E5B}"/>
                  </a:ext>
                </a:extLst>
              </p:cNvPr>
              <p:cNvPicPr/>
              <p:nvPr/>
            </p:nvPicPr>
            <p:blipFill>
              <a:blip r:embed="rId5"/>
              <a:stretch>
                <a:fillRect/>
              </a:stretch>
            </p:blipFill>
            <p:spPr>
              <a:xfrm>
                <a:off x="9081443" y="6303420"/>
                <a:ext cx="145044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Mürekkep 6">
                <a:extLst>
                  <a:ext uri="{FF2B5EF4-FFF2-40B4-BE49-F238E27FC236}">
                    <a16:creationId xmlns:a16="http://schemas.microsoft.com/office/drawing/2014/main" id="{D8A63157-8701-E530-C9DB-E3BB6855DF40}"/>
                  </a:ext>
                </a:extLst>
              </p14:cNvPr>
              <p14:cNvContentPartPr/>
              <p14:nvPr/>
            </p14:nvContentPartPr>
            <p14:xfrm>
              <a:off x="7003163" y="6506100"/>
              <a:ext cx="834480" cy="218880"/>
            </p14:xfrm>
          </p:contentPart>
        </mc:Choice>
        <mc:Fallback xmlns="">
          <p:pic>
            <p:nvPicPr>
              <p:cNvPr id="7" name="Mürekkep 6">
                <a:extLst>
                  <a:ext uri="{FF2B5EF4-FFF2-40B4-BE49-F238E27FC236}">
                    <a16:creationId xmlns:a16="http://schemas.microsoft.com/office/drawing/2014/main" id="{D8A63157-8701-E530-C9DB-E3BB6855DF40}"/>
                  </a:ext>
                </a:extLst>
              </p:cNvPr>
              <p:cNvPicPr/>
              <p:nvPr/>
            </p:nvPicPr>
            <p:blipFill>
              <a:blip r:embed="rId7"/>
              <a:stretch>
                <a:fillRect/>
              </a:stretch>
            </p:blipFill>
            <p:spPr>
              <a:xfrm>
                <a:off x="6994523" y="6497460"/>
                <a:ext cx="85212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Mürekkep 8">
                <a:extLst>
                  <a:ext uri="{FF2B5EF4-FFF2-40B4-BE49-F238E27FC236}">
                    <a16:creationId xmlns:a16="http://schemas.microsoft.com/office/drawing/2014/main" id="{D2C0735D-6655-3BB1-BE91-96FA5B88FF82}"/>
                  </a:ext>
                </a:extLst>
              </p14:cNvPr>
              <p14:cNvContentPartPr/>
              <p14:nvPr/>
            </p14:nvContentPartPr>
            <p14:xfrm>
              <a:off x="5239883" y="6145380"/>
              <a:ext cx="9000" cy="45000"/>
            </p14:xfrm>
          </p:contentPart>
        </mc:Choice>
        <mc:Fallback xmlns="">
          <p:pic>
            <p:nvPicPr>
              <p:cNvPr id="9" name="Mürekkep 8">
                <a:extLst>
                  <a:ext uri="{FF2B5EF4-FFF2-40B4-BE49-F238E27FC236}">
                    <a16:creationId xmlns:a16="http://schemas.microsoft.com/office/drawing/2014/main" id="{D2C0735D-6655-3BB1-BE91-96FA5B88FF82}"/>
                  </a:ext>
                </a:extLst>
              </p:cNvPr>
              <p:cNvPicPr/>
              <p:nvPr/>
            </p:nvPicPr>
            <p:blipFill>
              <a:blip r:embed="rId9"/>
              <a:stretch>
                <a:fillRect/>
              </a:stretch>
            </p:blipFill>
            <p:spPr>
              <a:xfrm>
                <a:off x="5231243" y="6136740"/>
                <a:ext cx="2664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Mürekkep 10">
                <a:extLst>
                  <a:ext uri="{FF2B5EF4-FFF2-40B4-BE49-F238E27FC236}">
                    <a16:creationId xmlns:a16="http://schemas.microsoft.com/office/drawing/2014/main" id="{B1A93AF4-A0B0-193E-F01F-720C00339411}"/>
                  </a:ext>
                </a:extLst>
              </p14:cNvPr>
              <p14:cNvContentPartPr/>
              <p14:nvPr/>
            </p14:nvContentPartPr>
            <p14:xfrm>
              <a:off x="808643" y="3041820"/>
              <a:ext cx="360" cy="360"/>
            </p14:xfrm>
          </p:contentPart>
        </mc:Choice>
        <mc:Fallback xmlns="">
          <p:pic>
            <p:nvPicPr>
              <p:cNvPr id="11" name="Mürekkep 10">
                <a:extLst>
                  <a:ext uri="{FF2B5EF4-FFF2-40B4-BE49-F238E27FC236}">
                    <a16:creationId xmlns:a16="http://schemas.microsoft.com/office/drawing/2014/main" id="{B1A93AF4-A0B0-193E-F01F-720C00339411}"/>
                  </a:ext>
                </a:extLst>
              </p:cNvPr>
              <p:cNvPicPr/>
              <p:nvPr/>
            </p:nvPicPr>
            <p:blipFill>
              <a:blip r:embed="rId11"/>
              <a:stretch>
                <a:fillRect/>
              </a:stretch>
            </p:blipFill>
            <p:spPr>
              <a:xfrm>
                <a:off x="799643" y="30328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Mürekkep 11">
                <a:extLst>
                  <a:ext uri="{FF2B5EF4-FFF2-40B4-BE49-F238E27FC236}">
                    <a16:creationId xmlns:a16="http://schemas.microsoft.com/office/drawing/2014/main" id="{DC4498CF-BC84-B4FB-C73F-1BC1A831DA6A}"/>
                  </a:ext>
                </a:extLst>
              </p14:cNvPr>
              <p14:cNvContentPartPr/>
              <p14:nvPr/>
            </p14:nvContentPartPr>
            <p14:xfrm>
              <a:off x="1810883" y="2021940"/>
              <a:ext cx="360" cy="360"/>
            </p14:xfrm>
          </p:contentPart>
        </mc:Choice>
        <mc:Fallback xmlns="">
          <p:pic>
            <p:nvPicPr>
              <p:cNvPr id="12" name="Mürekkep 11">
                <a:extLst>
                  <a:ext uri="{FF2B5EF4-FFF2-40B4-BE49-F238E27FC236}">
                    <a16:creationId xmlns:a16="http://schemas.microsoft.com/office/drawing/2014/main" id="{DC4498CF-BC84-B4FB-C73F-1BC1A831DA6A}"/>
                  </a:ext>
                </a:extLst>
              </p:cNvPr>
              <p:cNvPicPr/>
              <p:nvPr/>
            </p:nvPicPr>
            <p:blipFill>
              <a:blip r:embed="rId11"/>
              <a:stretch>
                <a:fillRect/>
              </a:stretch>
            </p:blipFill>
            <p:spPr>
              <a:xfrm>
                <a:off x="1802243" y="20133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Mürekkep 12">
                <a:extLst>
                  <a:ext uri="{FF2B5EF4-FFF2-40B4-BE49-F238E27FC236}">
                    <a16:creationId xmlns:a16="http://schemas.microsoft.com/office/drawing/2014/main" id="{A053A3E2-2FB0-F807-BA03-00358A355A19}"/>
                  </a:ext>
                </a:extLst>
              </p14:cNvPr>
              <p14:cNvContentPartPr/>
              <p14:nvPr/>
            </p14:nvContentPartPr>
            <p14:xfrm>
              <a:off x="1881083" y="1925100"/>
              <a:ext cx="360" cy="360"/>
            </p14:xfrm>
          </p:contentPart>
        </mc:Choice>
        <mc:Fallback xmlns="">
          <p:pic>
            <p:nvPicPr>
              <p:cNvPr id="13" name="Mürekkep 12">
                <a:extLst>
                  <a:ext uri="{FF2B5EF4-FFF2-40B4-BE49-F238E27FC236}">
                    <a16:creationId xmlns:a16="http://schemas.microsoft.com/office/drawing/2014/main" id="{A053A3E2-2FB0-F807-BA03-00358A355A19}"/>
                  </a:ext>
                </a:extLst>
              </p:cNvPr>
              <p:cNvPicPr/>
              <p:nvPr/>
            </p:nvPicPr>
            <p:blipFill>
              <a:blip r:embed="rId11"/>
              <a:stretch>
                <a:fillRect/>
              </a:stretch>
            </p:blipFill>
            <p:spPr>
              <a:xfrm>
                <a:off x="1872443" y="1916460"/>
                <a:ext cx="18000" cy="18000"/>
              </a:xfrm>
              <a:prstGeom prst="rect">
                <a:avLst/>
              </a:prstGeom>
            </p:spPr>
          </p:pic>
        </mc:Fallback>
      </mc:AlternateContent>
    </p:spTree>
    <p:extLst>
      <p:ext uri="{BB962C8B-B14F-4D97-AF65-F5344CB8AC3E}">
        <p14:creationId xmlns:p14="http://schemas.microsoft.com/office/powerpoint/2010/main" val="253256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68B35D5-6F3A-EC08-80D3-ECA4212480A6}"/>
              </a:ext>
            </a:extLst>
          </p:cNvPr>
          <p:cNvSpPr>
            <a:spLocks noGrp="1"/>
          </p:cNvSpPr>
          <p:nvPr>
            <p:ph type="title"/>
          </p:nvPr>
        </p:nvSpPr>
        <p:spPr>
          <a:xfrm>
            <a:off x="1371600" y="417945"/>
            <a:ext cx="9601200" cy="773545"/>
          </a:xfrm>
        </p:spPr>
        <p:txBody>
          <a:bodyPr>
            <a:normAutofit fontScale="90000"/>
          </a:bodyPr>
          <a:lstStyle/>
          <a:p>
            <a:r>
              <a:rPr lang="tr-TR" dirty="0">
                <a:latin typeface="Bell MT" panose="02020503060305020303" pitchFamily="18" charset="0"/>
              </a:rPr>
              <a:t>BULGULAR VE TARTIŞMA</a:t>
            </a:r>
          </a:p>
        </p:txBody>
      </p:sp>
      <p:sp>
        <p:nvSpPr>
          <p:cNvPr id="3" name="İçerik Yer Tutucusu 2">
            <a:extLst>
              <a:ext uri="{FF2B5EF4-FFF2-40B4-BE49-F238E27FC236}">
                <a16:creationId xmlns:a16="http://schemas.microsoft.com/office/drawing/2014/main" id="{4C746C79-900D-680A-3A46-EE01CAC4213E}"/>
              </a:ext>
            </a:extLst>
          </p:cNvPr>
          <p:cNvSpPr>
            <a:spLocks noGrp="1"/>
          </p:cNvSpPr>
          <p:nvPr>
            <p:ph idx="1"/>
          </p:nvPr>
        </p:nvSpPr>
        <p:spPr>
          <a:xfrm>
            <a:off x="1371599" y="1191489"/>
            <a:ext cx="10497127" cy="5248565"/>
          </a:xfrm>
        </p:spPr>
        <p:txBody>
          <a:bodyPr/>
          <a:lstStyle/>
          <a:p>
            <a:pPr marL="0" indent="0">
              <a:buNone/>
            </a:pPr>
            <a:r>
              <a:rPr lang="tr-TR" sz="3000" b="1" dirty="0"/>
              <a:t>Bölütleme sonuçları</a:t>
            </a:r>
          </a:p>
          <a:p>
            <a:r>
              <a:rPr lang="tr-TR" dirty="0"/>
              <a:t>Üç farklı eşikleme algoritması iyileştirilmiş </a:t>
            </a:r>
            <a:r>
              <a:rPr lang="tr-TR" dirty="0" err="1"/>
              <a:t>fundus</a:t>
            </a:r>
            <a:r>
              <a:rPr lang="tr-TR" dirty="0"/>
              <a:t> görüntüleri üzerinde uygulanarak damar piksellerinin bölütlenmesi sağlanmıştır. </a:t>
            </a:r>
          </a:p>
          <a:p>
            <a:r>
              <a:rPr lang="tr-TR" dirty="0"/>
              <a:t>İyileştirilmiş görüntüler eşikleme işlemine tabi tutulduktan sonra çıktı görüntüleri üzerinde performans iyileştirilmesi yapılmıştır. Performans iyileştirme yönteminde damara ait olmayan damar benzeri görüntüler morfolojik işlemler kullanılarak yok edilmiştir. Bu aşama bağlı bileşen analizi kullanılarak önce küçük nesneler silinmiş daha sonrada damardan kopuk küçük boşluklar doldurulmuştur.</a:t>
            </a:r>
          </a:p>
          <a:p>
            <a:r>
              <a:rPr lang="tr-TR" dirty="0"/>
              <a:t>Uygulanan yöntemin başarı ölçütünü hesaplamak için Doğruluk Oranı ölçüsü kullanılmıştır. </a:t>
            </a:r>
          </a:p>
          <a:p>
            <a:endParaRPr lang="tr-TR" dirty="0"/>
          </a:p>
          <a:p>
            <a:endParaRPr lang="tr-TR" dirty="0"/>
          </a:p>
        </p:txBody>
      </p:sp>
      <p:pic>
        <p:nvPicPr>
          <p:cNvPr id="7" name="Resim 6">
            <a:extLst>
              <a:ext uri="{FF2B5EF4-FFF2-40B4-BE49-F238E27FC236}">
                <a16:creationId xmlns:a16="http://schemas.microsoft.com/office/drawing/2014/main" id="{355FBD8E-E9D9-BE2F-CC09-D85D41DC22E9}"/>
              </a:ext>
            </a:extLst>
          </p:cNvPr>
          <p:cNvPicPr>
            <a:picLocks noChangeAspect="1"/>
          </p:cNvPicPr>
          <p:nvPr/>
        </p:nvPicPr>
        <p:blipFill rotWithShape="1">
          <a:blip r:embed="rId2"/>
          <a:srcRect r="38333" b="-2032"/>
          <a:stretch/>
        </p:blipFill>
        <p:spPr>
          <a:xfrm>
            <a:off x="3999419" y="4387540"/>
            <a:ext cx="3742957" cy="1045575"/>
          </a:xfrm>
          <a:prstGeom prst="rect">
            <a:avLst/>
          </a:prstGeom>
        </p:spPr>
      </p:pic>
    </p:spTree>
    <p:extLst>
      <p:ext uri="{BB962C8B-B14F-4D97-AF65-F5344CB8AC3E}">
        <p14:creationId xmlns:p14="http://schemas.microsoft.com/office/powerpoint/2010/main" val="3487691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748084F4-26C7-400A-C14F-F140BE6F06DB}"/>
              </a:ext>
            </a:extLst>
          </p:cNvPr>
          <p:cNvPicPr>
            <a:picLocks noChangeAspect="1"/>
          </p:cNvPicPr>
          <p:nvPr/>
        </p:nvPicPr>
        <p:blipFill>
          <a:blip r:embed="rId2"/>
          <a:stretch>
            <a:fillRect/>
          </a:stretch>
        </p:blipFill>
        <p:spPr>
          <a:xfrm>
            <a:off x="1502230" y="514048"/>
            <a:ext cx="4791032" cy="5829904"/>
          </a:xfrm>
          <a:prstGeom prst="rect">
            <a:avLst/>
          </a:prstGeom>
        </p:spPr>
      </p:pic>
      <p:sp>
        <p:nvSpPr>
          <p:cNvPr id="3" name="Metin kutusu 2">
            <a:extLst>
              <a:ext uri="{FF2B5EF4-FFF2-40B4-BE49-F238E27FC236}">
                <a16:creationId xmlns:a16="http://schemas.microsoft.com/office/drawing/2014/main" id="{9BFFCC22-33EB-FACC-0898-9D5919445429}"/>
              </a:ext>
            </a:extLst>
          </p:cNvPr>
          <p:cNvSpPr txBox="1"/>
          <p:nvPr/>
        </p:nvSpPr>
        <p:spPr>
          <a:xfrm>
            <a:off x="6293262" y="1309942"/>
            <a:ext cx="5567561" cy="2031325"/>
          </a:xfrm>
          <a:prstGeom prst="rect">
            <a:avLst/>
          </a:prstGeom>
          <a:noFill/>
        </p:spPr>
        <p:txBody>
          <a:bodyPr wrap="square">
            <a:spAutoFit/>
          </a:bodyPr>
          <a:lstStyle/>
          <a:p>
            <a:endParaRPr lang="tr-TR" dirty="0"/>
          </a:p>
          <a:p>
            <a:pPr marL="285750" indent="-285750">
              <a:buFont typeface="Wingdings" panose="05000000000000000000" pitchFamily="2" charset="2"/>
              <a:buChar char="§"/>
            </a:pPr>
            <a:r>
              <a:rPr lang="tr-TR" dirty="0">
                <a:solidFill>
                  <a:schemeClr val="accent2"/>
                </a:solidFill>
              </a:rPr>
              <a:t>i</a:t>
            </a:r>
            <a:r>
              <a:rPr lang="tr-TR" dirty="0"/>
              <a:t>lk sütunda orijinal görüntüler, ikinci sütunda Bulanık Mantık Tabanlı Eşikleme yöntem sonuçları, üçüncü sütunda Maksimum Entropi Tabanlı Eşikleme yöntem sonuçları, son sütunda Çoklu Eşikleme yöntem sonuçları gösterilmiştir.</a:t>
            </a:r>
          </a:p>
          <a:p>
            <a:pPr marL="285750" indent="-285750">
              <a:buFont typeface="Wingdings" panose="05000000000000000000" pitchFamily="2" charset="2"/>
              <a:buChar char="§"/>
            </a:pPr>
            <a:endParaRPr lang="tr-TR" dirty="0">
              <a:solidFill>
                <a:schemeClr val="accent2"/>
              </a:solidFill>
            </a:endParaRPr>
          </a:p>
        </p:txBody>
      </p:sp>
    </p:spTree>
    <p:extLst>
      <p:ext uri="{BB962C8B-B14F-4D97-AF65-F5344CB8AC3E}">
        <p14:creationId xmlns:p14="http://schemas.microsoft.com/office/powerpoint/2010/main" val="2111510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a:extLst>
              <a:ext uri="{FF2B5EF4-FFF2-40B4-BE49-F238E27FC236}">
                <a16:creationId xmlns:a16="http://schemas.microsoft.com/office/drawing/2014/main" id="{DD99E9C9-534A-D495-3684-0C5A9B66B283}"/>
              </a:ext>
            </a:extLst>
          </p:cNvPr>
          <p:cNvPicPr>
            <a:picLocks noChangeAspect="1"/>
          </p:cNvPicPr>
          <p:nvPr/>
        </p:nvPicPr>
        <p:blipFill>
          <a:blip r:embed="rId2"/>
          <a:stretch>
            <a:fillRect/>
          </a:stretch>
        </p:blipFill>
        <p:spPr>
          <a:xfrm>
            <a:off x="233206" y="114183"/>
            <a:ext cx="2932025" cy="6629634"/>
          </a:xfrm>
          <a:prstGeom prst="rect">
            <a:avLst/>
          </a:prstGeom>
        </p:spPr>
      </p:pic>
      <p:pic>
        <p:nvPicPr>
          <p:cNvPr id="12" name="Resim 11">
            <a:extLst>
              <a:ext uri="{FF2B5EF4-FFF2-40B4-BE49-F238E27FC236}">
                <a16:creationId xmlns:a16="http://schemas.microsoft.com/office/drawing/2014/main" id="{0654D0EF-0930-5B56-163F-53EC5A1641F5}"/>
              </a:ext>
            </a:extLst>
          </p:cNvPr>
          <p:cNvPicPr>
            <a:picLocks noChangeAspect="1"/>
          </p:cNvPicPr>
          <p:nvPr/>
        </p:nvPicPr>
        <p:blipFill>
          <a:blip r:embed="rId3"/>
          <a:stretch>
            <a:fillRect/>
          </a:stretch>
        </p:blipFill>
        <p:spPr>
          <a:xfrm>
            <a:off x="5570682" y="194975"/>
            <a:ext cx="3218695" cy="5761641"/>
          </a:xfrm>
          <a:prstGeom prst="rect">
            <a:avLst/>
          </a:prstGeom>
        </p:spPr>
      </p:pic>
      <p:pic>
        <p:nvPicPr>
          <p:cNvPr id="14" name="Resim 13">
            <a:extLst>
              <a:ext uri="{FF2B5EF4-FFF2-40B4-BE49-F238E27FC236}">
                <a16:creationId xmlns:a16="http://schemas.microsoft.com/office/drawing/2014/main" id="{C8CB183E-E11A-71F1-FDD7-5D3753AB5D43}"/>
              </a:ext>
            </a:extLst>
          </p:cNvPr>
          <p:cNvPicPr>
            <a:picLocks noChangeAspect="1"/>
          </p:cNvPicPr>
          <p:nvPr/>
        </p:nvPicPr>
        <p:blipFill>
          <a:blip r:embed="rId4"/>
          <a:stretch>
            <a:fillRect/>
          </a:stretch>
        </p:blipFill>
        <p:spPr>
          <a:xfrm>
            <a:off x="8789378" y="2000360"/>
            <a:ext cx="3300972" cy="1903019"/>
          </a:xfrm>
          <a:prstGeom prst="rect">
            <a:avLst/>
          </a:prstGeom>
        </p:spPr>
      </p:pic>
      <p:sp>
        <p:nvSpPr>
          <p:cNvPr id="16" name="Metin kutusu 15">
            <a:extLst>
              <a:ext uri="{FF2B5EF4-FFF2-40B4-BE49-F238E27FC236}">
                <a16:creationId xmlns:a16="http://schemas.microsoft.com/office/drawing/2014/main" id="{56E234C4-D34C-53F9-BF35-9314314CDBFA}"/>
              </a:ext>
            </a:extLst>
          </p:cNvPr>
          <p:cNvSpPr txBox="1"/>
          <p:nvPr/>
        </p:nvSpPr>
        <p:spPr>
          <a:xfrm>
            <a:off x="3048733" y="663118"/>
            <a:ext cx="2521950" cy="4247317"/>
          </a:xfrm>
          <a:prstGeom prst="rect">
            <a:avLst/>
          </a:prstGeom>
          <a:noFill/>
        </p:spPr>
        <p:txBody>
          <a:bodyPr wrap="square">
            <a:spAutoFit/>
          </a:bodyPr>
          <a:lstStyle/>
          <a:p>
            <a:r>
              <a:rPr lang="tr-TR" dirty="0"/>
              <a:t>Tablo 1’de uygulanan yöntem de kullanılan üç eşikleme yönteminden elde edilen sonuçlar gösterilmiştir. Uygulanan yöntem, DRIVE veri seti üzerinde hem test hem eğitim veri kümesi üzerinde denenmiş olup toplamda 40 görüntü üzerinde çalıştırılmıştır. </a:t>
            </a:r>
          </a:p>
        </p:txBody>
      </p:sp>
      <p:sp>
        <p:nvSpPr>
          <p:cNvPr id="18" name="Metin kutusu 17">
            <a:extLst>
              <a:ext uri="{FF2B5EF4-FFF2-40B4-BE49-F238E27FC236}">
                <a16:creationId xmlns:a16="http://schemas.microsoft.com/office/drawing/2014/main" id="{0C5E95B7-88BD-FFAA-D9E2-5BA8E506200D}"/>
              </a:ext>
            </a:extLst>
          </p:cNvPr>
          <p:cNvSpPr txBox="1"/>
          <p:nvPr/>
        </p:nvSpPr>
        <p:spPr>
          <a:xfrm>
            <a:off x="4912703" y="5934670"/>
            <a:ext cx="4706082" cy="923330"/>
          </a:xfrm>
          <a:prstGeom prst="rect">
            <a:avLst/>
          </a:prstGeom>
          <a:noFill/>
        </p:spPr>
        <p:txBody>
          <a:bodyPr wrap="square">
            <a:spAutoFit/>
          </a:bodyPr>
          <a:lstStyle/>
          <a:p>
            <a:r>
              <a:rPr lang="tr-TR" dirty="0"/>
              <a:t>DRIVE veri setindeki 40 görüntüye ait üç eşikleme yönteminin eşik değeri Tablo 2’de gösterilmiştir.</a:t>
            </a:r>
          </a:p>
        </p:txBody>
      </p:sp>
      <p:sp>
        <p:nvSpPr>
          <p:cNvPr id="20" name="Metin kutusu 19">
            <a:extLst>
              <a:ext uri="{FF2B5EF4-FFF2-40B4-BE49-F238E27FC236}">
                <a16:creationId xmlns:a16="http://schemas.microsoft.com/office/drawing/2014/main" id="{35EF85DC-75B0-B1C0-AF23-48360713128F}"/>
              </a:ext>
            </a:extLst>
          </p:cNvPr>
          <p:cNvSpPr txBox="1"/>
          <p:nvPr/>
        </p:nvSpPr>
        <p:spPr>
          <a:xfrm>
            <a:off x="8789378" y="324011"/>
            <a:ext cx="3556953" cy="1200329"/>
          </a:xfrm>
          <a:prstGeom prst="rect">
            <a:avLst/>
          </a:prstGeom>
          <a:noFill/>
        </p:spPr>
        <p:txBody>
          <a:bodyPr wrap="square">
            <a:spAutoFit/>
          </a:bodyPr>
          <a:lstStyle/>
          <a:p>
            <a:r>
              <a:rPr lang="tr-TR" dirty="0"/>
              <a:t>Yapılan çalışmanın diğer geleneksel yöntemlerle karşılaştırılması Tablo 3’de verilmiştir. </a:t>
            </a:r>
          </a:p>
        </p:txBody>
      </p:sp>
    </p:spTree>
    <p:extLst>
      <p:ext uri="{BB962C8B-B14F-4D97-AF65-F5344CB8AC3E}">
        <p14:creationId xmlns:p14="http://schemas.microsoft.com/office/powerpoint/2010/main" val="1745202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53ECC40-3BA8-5A31-0C73-991AABCCB4EA}"/>
              </a:ext>
            </a:extLst>
          </p:cNvPr>
          <p:cNvSpPr>
            <a:spLocks noGrp="1"/>
          </p:cNvSpPr>
          <p:nvPr>
            <p:ph type="title"/>
          </p:nvPr>
        </p:nvSpPr>
        <p:spPr>
          <a:xfrm>
            <a:off x="1371600" y="390236"/>
            <a:ext cx="9601200" cy="773545"/>
          </a:xfrm>
        </p:spPr>
        <p:txBody>
          <a:bodyPr>
            <a:normAutofit fontScale="90000"/>
          </a:bodyPr>
          <a:lstStyle/>
          <a:p>
            <a:r>
              <a:rPr lang="tr-TR" b="1" dirty="0">
                <a:latin typeface="Bell MT" panose="02020503060305020303" pitchFamily="18" charset="0"/>
              </a:rPr>
              <a:t>SONUÇ</a:t>
            </a:r>
          </a:p>
        </p:txBody>
      </p:sp>
      <p:sp>
        <p:nvSpPr>
          <p:cNvPr id="3" name="İçerik Yer Tutucusu 2">
            <a:extLst>
              <a:ext uri="{FF2B5EF4-FFF2-40B4-BE49-F238E27FC236}">
                <a16:creationId xmlns:a16="http://schemas.microsoft.com/office/drawing/2014/main" id="{987393AF-621E-9AD8-6C9C-68A31D2417EE}"/>
              </a:ext>
            </a:extLst>
          </p:cNvPr>
          <p:cNvSpPr>
            <a:spLocks noGrp="1"/>
          </p:cNvSpPr>
          <p:nvPr>
            <p:ph idx="1"/>
          </p:nvPr>
        </p:nvSpPr>
        <p:spPr>
          <a:xfrm>
            <a:off x="1371600" y="1163781"/>
            <a:ext cx="9601200" cy="4703619"/>
          </a:xfrm>
        </p:spPr>
        <p:txBody>
          <a:bodyPr>
            <a:normAutofit/>
          </a:bodyPr>
          <a:lstStyle/>
          <a:p>
            <a:r>
              <a:rPr lang="tr-TR" dirty="0"/>
              <a:t>Bu makalede, paylaşıma açık olarak sunulan DRIVE veri seti üzerinde morfolojik işlemlere dayalı bir damar iyileştirme yöntemi kullanılmıştır. Damar iyileştirme aşamasından sonra Çoklu Eşikleme, Bulanık Mantık Tabanlı Eşikleme ve Maksimum Eşikleme yöntemleri kullanılarak damar bölütlemesi yapılmıştır. </a:t>
            </a:r>
          </a:p>
          <a:p>
            <a:r>
              <a:rPr lang="tr-TR" dirty="0"/>
              <a:t>Bu yöntem temelde morfolojik işlemlere dayanmış olsa da asıl amaç eşikleme algoritmalarının yöntem üzerindeki performanslarının karşılaştırılmasıdır. </a:t>
            </a:r>
          </a:p>
          <a:p>
            <a:r>
              <a:rPr lang="tr-TR" dirty="0"/>
              <a:t>Eşikleme yöntemleri, doğası ne olursa olsun tüm veriler üzerinde kullanılabilir. Ancak, farklı eşikleme yöntemlerinin aynı iyileştirilmiş görüntü üzerinde farklı sonuçlar verdiği gözlemlenmiştir.</a:t>
            </a:r>
          </a:p>
          <a:p>
            <a:r>
              <a:rPr lang="tr-TR" dirty="0"/>
              <a:t>Bu makalede, Bulanık Mantık Tabanlı Eşikleme yönteminin ortalama doğruluk oranı 0.952 olarak hesaplanmış ve diğer iki eşikleme yönteminden daha yüksek bir değere sahip olmuştur.</a:t>
            </a:r>
          </a:p>
        </p:txBody>
      </p:sp>
    </p:spTree>
    <p:extLst>
      <p:ext uri="{BB962C8B-B14F-4D97-AF65-F5344CB8AC3E}">
        <p14:creationId xmlns:p14="http://schemas.microsoft.com/office/powerpoint/2010/main" val="671603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84E4047B-C5D0-79E3-90A4-7C2A26973B2C}"/>
              </a:ext>
            </a:extLst>
          </p:cNvPr>
          <p:cNvSpPr>
            <a:spLocks noGrp="1"/>
          </p:cNvSpPr>
          <p:nvPr>
            <p:ph idx="1"/>
          </p:nvPr>
        </p:nvSpPr>
        <p:spPr>
          <a:xfrm>
            <a:off x="1408113" y="706438"/>
            <a:ext cx="9601200" cy="3581400"/>
          </a:xfrm>
        </p:spPr>
        <p:txBody>
          <a:bodyPr/>
          <a:lstStyle/>
          <a:p>
            <a:pPr marL="0" indent="0">
              <a:buNone/>
            </a:pPr>
            <a:r>
              <a:rPr lang="tr-TR" sz="2800" b="1" dirty="0"/>
              <a:t>KAYNAKÇA</a:t>
            </a:r>
          </a:p>
          <a:p>
            <a:r>
              <a:rPr lang="tr-TR" dirty="0"/>
              <a:t>https://dergipark.org.tr/tr/download/article-file/1652878</a:t>
            </a:r>
          </a:p>
        </p:txBody>
      </p:sp>
    </p:spTree>
    <p:extLst>
      <p:ext uri="{BB962C8B-B14F-4D97-AF65-F5344CB8AC3E}">
        <p14:creationId xmlns:p14="http://schemas.microsoft.com/office/powerpoint/2010/main" val="3919223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AAEE03CD-F917-8C2C-E6EF-9797C6AD5D43}"/>
              </a:ext>
            </a:extLst>
          </p:cNvPr>
          <p:cNvSpPr txBox="1">
            <a:spLocks/>
          </p:cNvSpPr>
          <p:nvPr/>
        </p:nvSpPr>
        <p:spPr>
          <a:xfrm>
            <a:off x="1295400" y="1029999"/>
            <a:ext cx="9601200" cy="358140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tr-TR" sz="2800" b="1" dirty="0"/>
              <a:t>DİNLEDİĞİNİZ İÇİN TEŞEKKÜR EDERİM </a:t>
            </a:r>
          </a:p>
        </p:txBody>
      </p:sp>
    </p:spTree>
    <p:extLst>
      <p:ext uri="{BB962C8B-B14F-4D97-AF65-F5344CB8AC3E}">
        <p14:creationId xmlns:p14="http://schemas.microsoft.com/office/powerpoint/2010/main" val="12477493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ahta Yazı">
  <a:themeElements>
    <a:clrScheme name="Tahta Ya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Tahta Yazı">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ahta Yazı">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Tahta Yazı</Template>
  <TotalTime>159</TotalTime>
  <Words>1115</Words>
  <Application>Microsoft Office PowerPoint</Application>
  <PresentationFormat>Geniş ekran</PresentationFormat>
  <Paragraphs>58</Paragraphs>
  <Slides>14</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14</vt:i4>
      </vt:variant>
    </vt:vector>
  </HeadingPairs>
  <TitlesOfParts>
    <vt:vector size="21" baseType="lpstr">
      <vt:lpstr>Bahnschrift</vt:lpstr>
      <vt:lpstr>Bell MT</vt:lpstr>
      <vt:lpstr>Franklin Gothic Book</vt:lpstr>
      <vt:lpstr>Rockwell</vt:lpstr>
      <vt:lpstr>Rockwell Condensed</vt:lpstr>
      <vt:lpstr>Wingdings</vt:lpstr>
      <vt:lpstr>Tahta Yazı</vt:lpstr>
      <vt:lpstr>Retina kan damarlarını çıkarmak için eşikleme temelli morfolojik bir yöntem </vt:lpstr>
      <vt:lpstr>PowerPoint Sunusu</vt:lpstr>
      <vt:lpstr> MATERYAL VE METOT</vt:lpstr>
      <vt:lpstr>PowerPoint Sunusu</vt:lpstr>
      <vt:lpstr>KULLANILAN YÖNTEM </vt:lpstr>
      <vt:lpstr>PowerPoint Sunusu</vt:lpstr>
      <vt:lpstr>PowerPoint Sunusu</vt:lpstr>
      <vt:lpstr>PowerPoint Sunusu</vt:lpstr>
      <vt:lpstr>BULGULAR VE TARTIŞMA</vt:lpstr>
      <vt:lpstr>PowerPoint Sunusu</vt:lpstr>
      <vt:lpstr>PowerPoint Sunusu</vt:lpstr>
      <vt:lpstr>SONUÇ</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Retina kan damarlarını çıkarmak için eşikleme temelli morfolojik bir yöntem </dc:title>
  <dc:creator>Senanur paksoy</dc:creator>
  <cp:lastModifiedBy>Senanur paksoy</cp:lastModifiedBy>
  <cp:revision>3</cp:revision>
  <dcterms:created xsi:type="dcterms:W3CDTF">2022-12-14T14:38:05Z</dcterms:created>
  <dcterms:modified xsi:type="dcterms:W3CDTF">2022-12-15T16:09:24Z</dcterms:modified>
</cp:coreProperties>
</file>